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31"/>
  </p:notesMasterIdLst>
  <p:sldIdLst>
    <p:sldId id="256" r:id="rId2"/>
    <p:sldId id="258" r:id="rId3"/>
    <p:sldId id="259" r:id="rId4"/>
    <p:sldId id="274" r:id="rId5"/>
    <p:sldId id="324" r:id="rId6"/>
    <p:sldId id="341" r:id="rId7"/>
    <p:sldId id="342" r:id="rId8"/>
    <p:sldId id="343" r:id="rId9"/>
    <p:sldId id="344" r:id="rId10"/>
    <p:sldId id="348" r:id="rId11"/>
    <p:sldId id="345" r:id="rId12"/>
    <p:sldId id="346" r:id="rId13"/>
    <p:sldId id="347" r:id="rId14"/>
    <p:sldId id="319" r:id="rId15"/>
    <p:sldId id="329" r:id="rId16"/>
    <p:sldId id="330" r:id="rId17"/>
    <p:sldId id="320" r:id="rId18"/>
    <p:sldId id="331" r:id="rId19"/>
    <p:sldId id="322" r:id="rId20"/>
    <p:sldId id="338" r:id="rId21"/>
    <p:sldId id="351" r:id="rId22"/>
    <p:sldId id="321" r:id="rId23"/>
    <p:sldId id="333" r:id="rId24"/>
    <p:sldId id="323" r:id="rId25"/>
    <p:sldId id="334" r:id="rId26"/>
    <p:sldId id="335" r:id="rId27"/>
    <p:sldId id="336" r:id="rId28"/>
    <p:sldId id="337" r:id="rId29"/>
    <p:sldId id="287" r:id="rId30"/>
  </p:sldIdLst>
  <p:sldSz cx="9144000" cy="5143500" type="screen16x9"/>
  <p:notesSz cx="6858000" cy="9144000"/>
  <p:embeddedFontLst>
    <p:embeddedFont>
      <p:font typeface="Barlow" panose="00000500000000000000" pitchFamily="2" charset="0"/>
      <p:regular r:id="rId32"/>
      <p:bold r:id="rId33"/>
      <p:italic r:id="rId34"/>
      <p:boldItalic r:id="rId35"/>
    </p:embeddedFont>
    <p:embeddedFont>
      <p:font typeface="Jura" panose="020B0604020202020204" charset="0"/>
      <p:regular r:id="rId36"/>
      <p:bold r:id="rId37"/>
    </p:embeddedFont>
    <p:embeddedFont>
      <p:font typeface="Righteous" panose="020B0604020202020204" charset="0"/>
      <p:regular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4CDB950-6A33-4BA9-B45E-C5F7A3BD9D69}">
  <a:tblStyle styleId="{A4CDB950-6A33-4BA9-B45E-C5F7A3BD9D6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01" autoAdjust="0"/>
  </p:normalViewPr>
  <p:slideViewPr>
    <p:cSldViewPr snapToGrid="0">
      <p:cViewPr varScale="1">
        <p:scale>
          <a:sx n="107" d="100"/>
          <a:sy n="107" d="100"/>
        </p:scale>
        <p:origin x="782" y="-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459354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6538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e38c20ff0f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e38c20ff0f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67545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e38c20ff0f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e38c20ff0f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09313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e3c1e5b5fb_0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e3c1e5b5fb_0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01158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e3c1e5b5fb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e3c1e5b5fb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8108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>
          <a:extLst>
            <a:ext uri="{FF2B5EF4-FFF2-40B4-BE49-F238E27FC236}">
              <a16:creationId xmlns:a16="http://schemas.microsoft.com/office/drawing/2014/main" id="{536F5E7D-3C26-EEE3-0955-C0862CAD5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e3c1e5b5fb_0_253:notes">
            <a:extLst>
              <a:ext uri="{FF2B5EF4-FFF2-40B4-BE49-F238E27FC236}">
                <a16:creationId xmlns:a16="http://schemas.microsoft.com/office/drawing/2014/main" id="{D55E203A-ACC2-9AC2-2471-37D5506042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e3c1e5b5fb_0_253:notes">
            <a:extLst>
              <a:ext uri="{FF2B5EF4-FFF2-40B4-BE49-F238E27FC236}">
                <a16:creationId xmlns:a16="http://schemas.microsoft.com/office/drawing/2014/main" id="{7DD5C2B5-7018-AF76-AFEE-8142D4A3BE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18968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>
          <a:extLst>
            <a:ext uri="{FF2B5EF4-FFF2-40B4-BE49-F238E27FC236}">
              <a16:creationId xmlns:a16="http://schemas.microsoft.com/office/drawing/2014/main" id="{40A940A3-5A7A-5F21-4BF2-550BDE7EF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e3c1e5b5fb_0_253:notes">
            <a:extLst>
              <a:ext uri="{FF2B5EF4-FFF2-40B4-BE49-F238E27FC236}">
                <a16:creationId xmlns:a16="http://schemas.microsoft.com/office/drawing/2014/main" id="{E35AA25F-C2F2-9A9A-87C5-410F4E1401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e3c1e5b5fb_0_253:notes">
            <a:extLst>
              <a:ext uri="{FF2B5EF4-FFF2-40B4-BE49-F238E27FC236}">
                <a16:creationId xmlns:a16="http://schemas.microsoft.com/office/drawing/2014/main" id="{98A45AFE-97C7-5276-EC3F-A4BFD0F316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39418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>
          <a:extLst>
            <a:ext uri="{FF2B5EF4-FFF2-40B4-BE49-F238E27FC236}">
              <a16:creationId xmlns:a16="http://schemas.microsoft.com/office/drawing/2014/main" id="{70D3CD88-E2DA-F960-5998-F35A4BB3A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e3c1e5b5fb_0_253:notes">
            <a:extLst>
              <a:ext uri="{FF2B5EF4-FFF2-40B4-BE49-F238E27FC236}">
                <a16:creationId xmlns:a16="http://schemas.microsoft.com/office/drawing/2014/main" id="{C59C8080-AD86-BB65-08B7-D5A6F2DB65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e3c1e5b5fb_0_253:notes">
            <a:extLst>
              <a:ext uri="{FF2B5EF4-FFF2-40B4-BE49-F238E27FC236}">
                <a16:creationId xmlns:a16="http://schemas.microsoft.com/office/drawing/2014/main" id="{8D5BB100-7EB4-A4B3-AF75-165D35B481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03540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>
          <a:extLst>
            <a:ext uri="{FF2B5EF4-FFF2-40B4-BE49-F238E27FC236}">
              <a16:creationId xmlns:a16="http://schemas.microsoft.com/office/drawing/2014/main" id="{57FB9AF4-9B52-391E-AAF6-868D9552F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e3c1e5b5fb_0_253:notes">
            <a:extLst>
              <a:ext uri="{FF2B5EF4-FFF2-40B4-BE49-F238E27FC236}">
                <a16:creationId xmlns:a16="http://schemas.microsoft.com/office/drawing/2014/main" id="{861480F7-791E-5BD1-1807-0E4BA06739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e3c1e5b5fb_0_253:notes">
            <a:extLst>
              <a:ext uri="{FF2B5EF4-FFF2-40B4-BE49-F238E27FC236}">
                <a16:creationId xmlns:a16="http://schemas.microsoft.com/office/drawing/2014/main" id="{A771AC2D-218D-00FE-F184-2FDC79B975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82673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>
          <a:extLst>
            <a:ext uri="{FF2B5EF4-FFF2-40B4-BE49-F238E27FC236}">
              <a16:creationId xmlns:a16="http://schemas.microsoft.com/office/drawing/2014/main" id="{A194B0E8-EB56-8D49-33A9-E32C1BD68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e3c1e5b5fb_0_253:notes">
            <a:extLst>
              <a:ext uri="{FF2B5EF4-FFF2-40B4-BE49-F238E27FC236}">
                <a16:creationId xmlns:a16="http://schemas.microsoft.com/office/drawing/2014/main" id="{685FD917-F634-0562-408B-1FD02CA0AA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e3c1e5b5fb_0_253:notes">
            <a:extLst>
              <a:ext uri="{FF2B5EF4-FFF2-40B4-BE49-F238E27FC236}">
                <a16:creationId xmlns:a16="http://schemas.microsoft.com/office/drawing/2014/main" id="{6BECC36D-F6FA-9045-1DE6-11314A228B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21356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>
          <a:extLst>
            <a:ext uri="{FF2B5EF4-FFF2-40B4-BE49-F238E27FC236}">
              <a16:creationId xmlns:a16="http://schemas.microsoft.com/office/drawing/2014/main" id="{E2136F1C-D58E-8CE0-B9C5-0821BBD22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e3c1e5b5fb_0_253:notes">
            <a:extLst>
              <a:ext uri="{FF2B5EF4-FFF2-40B4-BE49-F238E27FC236}">
                <a16:creationId xmlns:a16="http://schemas.microsoft.com/office/drawing/2014/main" id="{DEEFC587-D0B0-AF87-416E-2BA368078D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e3c1e5b5fb_0_253:notes">
            <a:extLst>
              <a:ext uri="{FF2B5EF4-FFF2-40B4-BE49-F238E27FC236}">
                <a16:creationId xmlns:a16="http://schemas.microsoft.com/office/drawing/2014/main" id="{1212F4DF-0B93-8A69-5013-154F7D4887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07103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>
          <a:extLst>
            <a:ext uri="{FF2B5EF4-FFF2-40B4-BE49-F238E27FC236}">
              <a16:creationId xmlns:a16="http://schemas.microsoft.com/office/drawing/2014/main" id="{74B6CCD0-7850-0D68-1DDE-A45E9C39B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e3c1e5b5fb_0_253:notes">
            <a:extLst>
              <a:ext uri="{FF2B5EF4-FFF2-40B4-BE49-F238E27FC236}">
                <a16:creationId xmlns:a16="http://schemas.microsoft.com/office/drawing/2014/main" id="{2B90C241-4D01-BEF4-4D87-755B6C7991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e3c1e5b5fb_0_253:notes">
            <a:extLst>
              <a:ext uri="{FF2B5EF4-FFF2-40B4-BE49-F238E27FC236}">
                <a16:creationId xmlns:a16="http://schemas.microsoft.com/office/drawing/2014/main" id="{9C66972F-2D16-202D-B2BE-328946CF48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59215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>
          <a:extLst>
            <a:ext uri="{FF2B5EF4-FFF2-40B4-BE49-F238E27FC236}">
              <a16:creationId xmlns:a16="http://schemas.microsoft.com/office/drawing/2014/main" id="{4AD30EDC-CB6D-D778-5216-6209E6E29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e3c1e5b5fb_0_253:notes">
            <a:extLst>
              <a:ext uri="{FF2B5EF4-FFF2-40B4-BE49-F238E27FC236}">
                <a16:creationId xmlns:a16="http://schemas.microsoft.com/office/drawing/2014/main" id="{E27885D3-C486-51F2-A901-98E1E40A54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e3c1e5b5fb_0_253:notes">
            <a:extLst>
              <a:ext uri="{FF2B5EF4-FFF2-40B4-BE49-F238E27FC236}">
                <a16:creationId xmlns:a16="http://schemas.microsoft.com/office/drawing/2014/main" id="{94781060-B3C9-A1AD-6466-66A9CCF9FC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66686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e3c1e5b5fb_0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e3c1e5b5fb_0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36248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e3c1e5b5fb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e3c1e5b5fb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84026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e3c1e5b5fb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e3c1e5b5fb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48315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e3c1e5b5fb_0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e3c1e5b5fb_0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87544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e3c1e5b5fb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e3c1e5b5fb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14012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e3c1e5b5fb_0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e3c1e5b5fb_0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78266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e3c1e5b5fb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e3c1e5b5fb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93060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e3c1e5b5fb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e3c1e5b5fb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74449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e3c1e5b5fb_0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e3c1e5b5fb_0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9705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e3c1e5b5fb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e3c1e5b5fb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25159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e3c1e5b5fb_0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e3c1e5b5fb_0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24394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e3c1e5b5fb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e3c1e5b5fb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84427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e3c1e5b5fb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e3c1e5b5fb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86211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e3c1e5b5fb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e3c1e5b5fb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78246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e3c1e5b5fb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e3c1e5b5fb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375856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2" name="Google Shape;2892;ge3c1e5b5fb_0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3" name="Google Shape;2893;ge3c1e5b5fb_0_3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6500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867500" y="849175"/>
            <a:ext cx="5218500" cy="258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7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867500" y="3823950"/>
            <a:ext cx="4807200" cy="409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233825" y="262867"/>
            <a:ext cx="6301119" cy="382141"/>
            <a:chOff x="-233825" y="262867"/>
            <a:chExt cx="6301119" cy="382141"/>
          </a:xfrm>
        </p:grpSpPr>
        <p:cxnSp>
          <p:nvCxnSpPr>
            <p:cNvPr id="12" name="Google Shape;12;p2"/>
            <p:cNvCxnSpPr/>
            <p:nvPr/>
          </p:nvCxnSpPr>
          <p:spPr>
            <a:xfrm>
              <a:off x="-233825" y="454400"/>
              <a:ext cx="5995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" name="Google Shape;13;p2"/>
            <p:cNvGrpSpPr/>
            <p:nvPr/>
          </p:nvGrpSpPr>
          <p:grpSpPr>
            <a:xfrm rot="2700771">
              <a:off x="5739001" y="321019"/>
              <a:ext cx="274531" cy="265837"/>
              <a:chOff x="6021400" y="1654100"/>
              <a:chExt cx="435350" cy="421375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6021400" y="1731075"/>
                <a:ext cx="355825" cy="344400"/>
              </a:xfrm>
              <a:custGeom>
                <a:avLst/>
                <a:gdLst/>
                <a:ahLst/>
                <a:cxnLst/>
                <a:rect l="l" t="t" r="r" b="b"/>
                <a:pathLst>
                  <a:path w="14233" h="13776" extrusionOk="0">
                    <a:moveTo>
                      <a:pt x="5024" y="0"/>
                    </a:moveTo>
                    <a:cubicBezTo>
                      <a:pt x="4837" y="135"/>
                      <a:pt x="4656" y="283"/>
                      <a:pt x="4489" y="458"/>
                    </a:cubicBezTo>
                    <a:lnTo>
                      <a:pt x="1829" y="3110"/>
                    </a:lnTo>
                    <a:cubicBezTo>
                      <a:pt x="0" y="4940"/>
                      <a:pt x="0" y="7915"/>
                      <a:pt x="1829" y="9750"/>
                    </a:cubicBezTo>
                    <a:lnTo>
                      <a:pt x="4489" y="12404"/>
                    </a:lnTo>
                    <a:cubicBezTo>
                      <a:pt x="5402" y="13318"/>
                      <a:pt x="6600" y="13775"/>
                      <a:pt x="7806" y="13775"/>
                    </a:cubicBezTo>
                    <a:cubicBezTo>
                      <a:pt x="9004" y="13775"/>
                      <a:pt x="10208" y="13318"/>
                      <a:pt x="11121" y="12404"/>
                    </a:cubicBezTo>
                    <a:lnTo>
                      <a:pt x="13782" y="9750"/>
                    </a:lnTo>
                    <a:cubicBezTo>
                      <a:pt x="13950" y="9577"/>
                      <a:pt x="14097" y="9396"/>
                      <a:pt x="14233" y="9209"/>
                    </a:cubicBezTo>
                    <a:lnTo>
                      <a:pt x="502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6196400" y="1654100"/>
                <a:ext cx="127050" cy="124475"/>
              </a:xfrm>
              <a:custGeom>
                <a:avLst/>
                <a:gdLst/>
                <a:ahLst/>
                <a:cxnLst/>
                <a:rect l="l" t="t" r="r" b="b"/>
                <a:pathLst>
                  <a:path w="5082" h="4979" extrusionOk="0">
                    <a:moveTo>
                      <a:pt x="3903" y="0"/>
                    </a:moveTo>
                    <a:cubicBezTo>
                      <a:pt x="3627" y="0"/>
                      <a:pt x="3349" y="110"/>
                      <a:pt x="3143" y="315"/>
                    </a:cubicBezTo>
                    <a:lnTo>
                      <a:pt x="1" y="3459"/>
                    </a:lnTo>
                    <a:lnTo>
                      <a:pt x="1520" y="4979"/>
                    </a:lnTo>
                    <a:lnTo>
                      <a:pt x="4662" y="1836"/>
                    </a:lnTo>
                    <a:cubicBezTo>
                      <a:pt x="5081" y="1417"/>
                      <a:pt x="5081" y="734"/>
                      <a:pt x="4662" y="315"/>
                    </a:cubicBezTo>
                    <a:cubicBezTo>
                      <a:pt x="4451" y="110"/>
                      <a:pt x="4174" y="0"/>
                      <a:pt x="39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6329725" y="1787550"/>
                <a:ext cx="127025" cy="124350"/>
              </a:xfrm>
              <a:custGeom>
                <a:avLst/>
                <a:gdLst/>
                <a:ahLst/>
                <a:cxnLst/>
                <a:rect l="l" t="t" r="r" b="b"/>
                <a:pathLst>
                  <a:path w="5081" h="4974" extrusionOk="0">
                    <a:moveTo>
                      <a:pt x="3903" y="1"/>
                    </a:moveTo>
                    <a:cubicBezTo>
                      <a:pt x="3626" y="1"/>
                      <a:pt x="3356" y="104"/>
                      <a:pt x="3143" y="316"/>
                    </a:cubicBezTo>
                    <a:lnTo>
                      <a:pt x="0" y="3454"/>
                    </a:lnTo>
                    <a:lnTo>
                      <a:pt x="1520" y="4973"/>
                    </a:lnTo>
                    <a:lnTo>
                      <a:pt x="4662" y="1831"/>
                    </a:lnTo>
                    <a:cubicBezTo>
                      <a:pt x="5081" y="1412"/>
                      <a:pt x="5081" y="735"/>
                      <a:pt x="4662" y="316"/>
                    </a:cubicBezTo>
                    <a:cubicBezTo>
                      <a:pt x="4450" y="104"/>
                      <a:pt x="4180" y="1"/>
                      <a:pt x="39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" name="Google Shape;17;p2"/>
          <p:cNvGrpSpPr/>
          <p:nvPr/>
        </p:nvGrpSpPr>
        <p:grpSpPr>
          <a:xfrm rot="-5400000" flipH="1">
            <a:off x="-3506483" y="2005869"/>
            <a:ext cx="7610763" cy="832396"/>
            <a:chOff x="-71925" y="-884100"/>
            <a:chExt cx="9144255" cy="1188797"/>
          </a:xfrm>
        </p:grpSpPr>
        <p:sp>
          <p:nvSpPr>
            <p:cNvPr id="18" name="Google Shape;18;p2"/>
            <p:cNvSpPr/>
            <p:nvPr/>
          </p:nvSpPr>
          <p:spPr>
            <a:xfrm>
              <a:off x="-71925" y="-884100"/>
              <a:ext cx="3175016" cy="741739"/>
            </a:xfrm>
            <a:custGeom>
              <a:avLst/>
              <a:gdLst/>
              <a:ahLst/>
              <a:cxnLst/>
              <a:rect l="l" t="t" r="r" b="b"/>
              <a:pathLst>
                <a:path w="99196" h="44764" extrusionOk="0">
                  <a:moveTo>
                    <a:pt x="96826" y="0"/>
                  </a:moveTo>
                  <a:cubicBezTo>
                    <a:pt x="87993" y="14934"/>
                    <a:pt x="80556" y="32035"/>
                    <a:pt x="64567" y="38354"/>
                  </a:cubicBezTo>
                  <a:cubicBezTo>
                    <a:pt x="60625" y="39913"/>
                    <a:pt x="56746" y="40615"/>
                    <a:pt x="52946" y="40615"/>
                  </a:cubicBezTo>
                  <a:cubicBezTo>
                    <a:pt x="32157" y="40615"/>
                    <a:pt x="13718" y="19608"/>
                    <a:pt x="0" y="2967"/>
                  </a:cubicBezTo>
                  <a:lnTo>
                    <a:pt x="0" y="7107"/>
                  </a:lnTo>
                  <a:cubicBezTo>
                    <a:pt x="13714" y="23750"/>
                    <a:pt x="32154" y="44764"/>
                    <a:pt x="52946" y="44764"/>
                  </a:cubicBezTo>
                  <a:cubicBezTo>
                    <a:pt x="56744" y="44764"/>
                    <a:pt x="60620" y="44063"/>
                    <a:pt x="64560" y="42506"/>
                  </a:cubicBezTo>
                  <a:cubicBezTo>
                    <a:pt x="82058" y="35592"/>
                    <a:pt x="89185" y="15722"/>
                    <a:pt x="991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-20108" y="-884100"/>
              <a:ext cx="2963286" cy="591317"/>
            </a:xfrm>
            <a:custGeom>
              <a:avLst/>
              <a:gdLst/>
              <a:ahLst/>
              <a:cxnLst/>
              <a:rect l="l" t="t" r="r" b="b"/>
              <a:pathLst>
                <a:path w="92581" h="35686" extrusionOk="0">
                  <a:moveTo>
                    <a:pt x="0" y="0"/>
                  </a:moveTo>
                  <a:cubicBezTo>
                    <a:pt x="13539" y="16291"/>
                    <a:pt x="31336" y="35685"/>
                    <a:pt x="51325" y="35685"/>
                  </a:cubicBezTo>
                  <a:cubicBezTo>
                    <a:pt x="55137" y="35685"/>
                    <a:pt x="59029" y="34980"/>
                    <a:pt x="62986" y="33413"/>
                  </a:cubicBezTo>
                  <a:cubicBezTo>
                    <a:pt x="77218" y="27771"/>
                    <a:pt x="84802" y="13613"/>
                    <a:pt x="92580" y="0"/>
                  </a:cubicBezTo>
                  <a:lnTo>
                    <a:pt x="90408" y="0"/>
                  </a:lnTo>
                  <a:cubicBezTo>
                    <a:pt x="83313" y="12253"/>
                    <a:pt x="75803" y="24165"/>
                    <a:pt x="63023" y="29236"/>
                  </a:cubicBezTo>
                  <a:cubicBezTo>
                    <a:pt x="59050" y="30812"/>
                    <a:pt x="55143" y="31522"/>
                    <a:pt x="51318" y="31522"/>
                  </a:cubicBezTo>
                  <a:cubicBezTo>
                    <a:pt x="33004" y="31522"/>
                    <a:pt x="16543" y="15259"/>
                    <a:pt x="34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-71925" y="-884100"/>
              <a:ext cx="3386650" cy="891400"/>
            </a:xfrm>
            <a:custGeom>
              <a:avLst/>
              <a:gdLst/>
              <a:ahLst/>
              <a:cxnLst/>
              <a:rect l="l" t="t" r="r" b="b"/>
              <a:pathLst>
                <a:path w="105808" h="53796" extrusionOk="0">
                  <a:moveTo>
                    <a:pt x="102436" y="0"/>
                  </a:moveTo>
                  <a:cubicBezTo>
                    <a:pt x="90488" y="16145"/>
                    <a:pt x="83963" y="39750"/>
                    <a:pt x="64567" y="47422"/>
                  </a:cubicBezTo>
                  <a:cubicBezTo>
                    <a:pt x="60625" y="48981"/>
                    <a:pt x="56747" y="49682"/>
                    <a:pt x="52947" y="49682"/>
                  </a:cubicBezTo>
                  <a:cubicBezTo>
                    <a:pt x="32156" y="49682"/>
                    <a:pt x="13712" y="28671"/>
                    <a:pt x="0" y="12029"/>
                  </a:cubicBezTo>
                  <a:lnTo>
                    <a:pt x="0" y="16175"/>
                  </a:lnTo>
                  <a:cubicBezTo>
                    <a:pt x="13707" y="32812"/>
                    <a:pt x="32119" y="53795"/>
                    <a:pt x="52888" y="53795"/>
                  </a:cubicBezTo>
                  <a:cubicBezTo>
                    <a:pt x="56714" y="53795"/>
                    <a:pt x="60620" y="53083"/>
                    <a:pt x="64591" y="51501"/>
                  </a:cubicBezTo>
                  <a:cubicBezTo>
                    <a:pt x="85653" y="43115"/>
                    <a:pt x="91549" y="15871"/>
                    <a:pt x="1058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229039" y="-884100"/>
              <a:ext cx="3843012" cy="684043"/>
            </a:xfrm>
            <a:custGeom>
              <a:avLst/>
              <a:gdLst/>
              <a:ahLst/>
              <a:cxnLst/>
              <a:rect l="l" t="t" r="r" b="b"/>
              <a:pathLst>
                <a:path w="120066" h="41282" extrusionOk="0">
                  <a:moveTo>
                    <a:pt x="0" y="0"/>
                  </a:moveTo>
                  <a:cubicBezTo>
                    <a:pt x="19721" y="13196"/>
                    <a:pt x="36784" y="33544"/>
                    <a:pt x="59558" y="39608"/>
                  </a:cubicBezTo>
                  <a:cubicBezTo>
                    <a:pt x="63838" y="40749"/>
                    <a:pt x="67923" y="41282"/>
                    <a:pt x="71837" y="41282"/>
                  </a:cubicBezTo>
                  <a:cubicBezTo>
                    <a:pt x="89348" y="41282"/>
                    <a:pt x="103431" y="30623"/>
                    <a:pt x="116149" y="16058"/>
                  </a:cubicBezTo>
                  <a:cubicBezTo>
                    <a:pt x="117476" y="14531"/>
                    <a:pt x="118780" y="13017"/>
                    <a:pt x="120065" y="11508"/>
                  </a:cubicBezTo>
                  <a:lnTo>
                    <a:pt x="120065" y="7362"/>
                  </a:lnTo>
                  <a:cubicBezTo>
                    <a:pt x="118780" y="8876"/>
                    <a:pt x="117484" y="10397"/>
                    <a:pt x="116155" y="11924"/>
                  </a:cubicBezTo>
                  <a:cubicBezTo>
                    <a:pt x="103450" y="26559"/>
                    <a:pt x="89345" y="37178"/>
                    <a:pt x="71798" y="37178"/>
                  </a:cubicBezTo>
                  <a:cubicBezTo>
                    <a:pt x="67888" y="37178"/>
                    <a:pt x="63808" y="36651"/>
                    <a:pt x="59534" y="35524"/>
                  </a:cubicBezTo>
                  <a:cubicBezTo>
                    <a:pt x="38968" y="30104"/>
                    <a:pt x="23197" y="13023"/>
                    <a:pt x="59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229826" y="-884100"/>
              <a:ext cx="2557367" cy="440530"/>
            </a:xfrm>
            <a:custGeom>
              <a:avLst/>
              <a:gdLst/>
              <a:ahLst/>
              <a:cxnLst/>
              <a:rect l="l" t="t" r="r" b="b"/>
              <a:pathLst>
                <a:path w="79899" h="26586" extrusionOk="0">
                  <a:moveTo>
                    <a:pt x="0" y="0"/>
                  </a:moveTo>
                  <a:cubicBezTo>
                    <a:pt x="12284" y="13640"/>
                    <a:pt x="27148" y="26585"/>
                    <a:pt x="43505" y="26585"/>
                  </a:cubicBezTo>
                  <a:cubicBezTo>
                    <a:pt x="47349" y="26585"/>
                    <a:pt x="51275" y="25871"/>
                    <a:pt x="55269" y="24282"/>
                  </a:cubicBezTo>
                  <a:cubicBezTo>
                    <a:pt x="66312" y="19888"/>
                    <a:pt x="73506" y="10416"/>
                    <a:pt x="79898" y="0"/>
                  </a:cubicBezTo>
                  <a:lnTo>
                    <a:pt x="77403" y="0"/>
                  </a:lnTo>
                  <a:cubicBezTo>
                    <a:pt x="71581" y="8715"/>
                    <a:pt x="64860" y="16300"/>
                    <a:pt x="55318" y="20099"/>
                  </a:cubicBezTo>
                  <a:cubicBezTo>
                    <a:pt x="51302" y="21702"/>
                    <a:pt x="47357" y="22423"/>
                    <a:pt x="43495" y="22423"/>
                  </a:cubicBezTo>
                  <a:cubicBezTo>
                    <a:pt x="28811" y="22423"/>
                    <a:pt x="15339" y="12001"/>
                    <a:pt x="38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-71925" y="-884100"/>
              <a:ext cx="9144255" cy="1039121"/>
            </a:xfrm>
            <a:custGeom>
              <a:avLst/>
              <a:gdLst/>
              <a:ahLst/>
              <a:cxnLst/>
              <a:rect l="l" t="t" r="r" b="b"/>
              <a:pathLst>
                <a:path w="285691" h="62711" extrusionOk="0">
                  <a:moveTo>
                    <a:pt x="112709" y="0"/>
                  </a:moveTo>
                  <a:cubicBezTo>
                    <a:pt x="93219" y="13413"/>
                    <a:pt x="88240" y="46765"/>
                    <a:pt x="64591" y="56268"/>
                  </a:cubicBezTo>
                  <a:cubicBezTo>
                    <a:pt x="60565" y="57886"/>
                    <a:pt x="56610" y="58613"/>
                    <a:pt x="52740" y="58613"/>
                  </a:cubicBezTo>
                  <a:cubicBezTo>
                    <a:pt x="32008" y="58613"/>
                    <a:pt x="13710" y="37742"/>
                    <a:pt x="0" y="21099"/>
                  </a:cubicBezTo>
                  <a:lnTo>
                    <a:pt x="0" y="25245"/>
                  </a:lnTo>
                  <a:cubicBezTo>
                    <a:pt x="13779" y="41962"/>
                    <a:pt x="31983" y="62711"/>
                    <a:pt x="52783" y="62711"/>
                  </a:cubicBezTo>
                  <a:cubicBezTo>
                    <a:pt x="56634" y="62711"/>
                    <a:pt x="60574" y="61999"/>
                    <a:pt x="64591" y="60420"/>
                  </a:cubicBezTo>
                  <a:cubicBezTo>
                    <a:pt x="93927" y="48882"/>
                    <a:pt x="95267" y="1223"/>
                    <a:pt x="131046" y="708"/>
                  </a:cubicBezTo>
                  <a:cubicBezTo>
                    <a:pt x="131287" y="704"/>
                    <a:pt x="131528" y="702"/>
                    <a:pt x="131768" y="702"/>
                  </a:cubicBezTo>
                  <a:cubicBezTo>
                    <a:pt x="168136" y="702"/>
                    <a:pt x="191428" y="39679"/>
                    <a:pt x="225177" y="48527"/>
                  </a:cubicBezTo>
                  <a:cubicBezTo>
                    <a:pt x="229412" y="49637"/>
                    <a:pt x="233468" y="50153"/>
                    <a:pt x="237367" y="50153"/>
                  </a:cubicBezTo>
                  <a:cubicBezTo>
                    <a:pt x="254891" y="50153"/>
                    <a:pt x="269258" y="39735"/>
                    <a:pt x="282611" y="25970"/>
                  </a:cubicBezTo>
                  <a:cubicBezTo>
                    <a:pt x="283648" y="24897"/>
                    <a:pt x="284673" y="23829"/>
                    <a:pt x="285690" y="22767"/>
                  </a:cubicBezTo>
                  <a:lnTo>
                    <a:pt x="285690" y="17181"/>
                  </a:lnTo>
                  <a:cubicBezTo>
                    <a:pt x="284487" y="18529"/>
                    <a:pt x="283264" y="19876"/>
                    <a:pt x="282029" y="21234"/>
                  </a:cubicBezTo>
                  <a:cubicBezTo>
                    <a:pt x="269068" y="35407"/>
                    <a:pt x="254906" y="46062"/>
                    <a:pt x="237442" y="46062"/>
                  </a:cubicBezTo>
                  <a:cubicBezTo>
                    <a:pt x="233527" y="46062"/>
                    <a:pt x="229447" y="45527"/>
                    <a:pt x="225177" y="44375"/>
                  </a:cubicBezTo>
                  <a:cubicBezTo>
                    <a:pt x="198970" y="37311"/>
                    <a:pt x="179617" y="11539"/>
                    <a:pt x="1552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630552" y="-884100"/>
              <a:ext cx="3441478" cy="534747"/>
            </a:xfrm>
            <a:custGeom>
              <a:avLst/>
              <a:gdLst/>
              <a:ahLst/>
              <a:cxnLst/>
              <a:rect l="l" t="t" r="r" b="b"/>
              <a:pathLst>
                <a:path w="107521" h="32272" extrusionOk="0">
                  <a:moveTo>
                    <a:pt x="0" y="0"/>
                  </a:moveTo>
                  <a:cubicBezTo>
                    <a:pt x="14780" y="12129"/>
                    <a:pt x="29000" y="25858"/>
                    <a:pt x="46975" y="30614"/>
                  </a:cubicBezTo>
                  <a:cubicBezTo>
                    <a:pt x="51247" y="31743"/>
                    <a:pt x="55326" y="32271"/>
                    <a:pt x="59235" y="32271"/>
                  </a:cubicBezTo>
                  <a:cubicBezTo>
                    <a:pt x="76787" y="32271"/>
                    <a:pt x="90909" y="21627"/>
                    <a:pt x="103610" y="7002"/>
                  </a:cubicBezTo>
                  <a:cubicBezTo>
                    <a:pt x="104939" y="5475"/>
                    <a:pt x="106235" y="3954"/>
                    <a:pt x="107520" y="2446"/>
                  </a:cubicBezTo>
                  <a:lnTo>
                    <a:pt x="107520" y="0"/>
                  </a:lnTo>
                  <a:lnTo>
                    <a:pt x="106068" y="0"/>
                  </a:lnTo>
                  <a:cubicBezTo>
                    <a:pt x="105255" y="950"/>
                    <a:pt x="104441" y="1899"/>
                    <a:pt x="103610" y="2856"/>
                  </a:cubicBezTo>
                  <a:cubicBezTo>
                    <a:pt x="90929" y="17458"/>
                    <a:pt x="76798" y="28134"/>
                    <a:pt x="59264" y="28134"/>
                  </a:cubicBezTo>
                  <a:cubicBezTo>
                    <a:pt x="55349" y="28134"/>
                    <a:pt x="51265" y="27601"/>
                    <a:pt x="46989" y="26462"/>
                  </a:cubicBezTo>
                  <a:cubicBezTo>
                    <a:pt x="31147" y="22240"/>
                    <a:pt x="18312" y="10975"/>
                    <a:pt x="54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395812" y="-884100"/>
              <a:ext cx="2200164" cy="234548"/>
            </a:xfrm>
            <a:custGeom>
              <a:avLst/>
              <a:gdLst/>
              <a:ahLst/>
              <a:cxnLst/>
              <a:rect l="l" t="t" r="r" b="b"/>
              <a:pathLst>
                <a:path w="68739" h="14155" extrusionOk="0">
                  <a:moveTo>
                    <a:pt x="0" y="0"/>
                  </a:moveTo>
                  <a:cubicBezTo>
                    <a:pt x="7125" y="5463"/>
                    <a:pt x="14686" y="10000"/>
                    <a:pt x="23202" y="12384"/>
                  </a:cubicBezTo>
                  <a:cubicBezTo>
                    <a:pt x="27518" y="13593"/>
                    <a:pt x="31646" y="14155"/>
                    <a:pt x="35605" y="14155"/>
                  </a:cubicBezTo>
                  <a:cubicBezTo>
                    <a:pt x="48131" y="14155"/>
                    <a:pt x="58970" y="8533"/>
                    <a:pt x="68739" y="0"/>
                  </a:cubicBezTo>
                  <a:lnTo>
                    <a:pt x="63580" y="0"/>
                  </a:lnTo>
                  <a:cubicBezTo>
                    <a:pt x="55205" y="6153"/>
                    <a:pt x="46017" y="10012"/>
                    <a:pt x="35699" y="10012"/>
                  </a:cubicBezTo>
                  <a:cubicBezTo>
                    <a:pt x="31726" y="10012"/>
                    <a:pt x="27585" y="9440"/>
                    <a:pt x="23258" y="8205"/>
                  </a:cubicBezTo>
                  <a:cubicBezTo>
                    <a:pt x="17107" y="6455"/>
                    <a:pt x="11483" y="3563"/>
                    <a:pt x="61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11125" y="-884100"/>
              <a:ext cx="2087945" cy="289743"/>
            </a:xfrm>
            <a:custGeom>
              <a:avLst/>
              <a:gdLst/>
              <a:ahLst/>
              <a:cxnLst/>
              <a:rect l="l" t="t" r="r" b="b"/>
              <a:pathLst>
                <a:path w="65233" h="17486" extrusionOk="0">
                  <a:moveTo>
                    <a:pt x="1" y="0"/>
                  </a:moveTo>
                  <a:cubicBezTo>
                    <a:pt x="10344" y="9788"/>
                    <a:pt x="22072" y="17486"/>
                    <a:pt x="34705" y="17486"/>
                  </a:cubicBezTo>
                  <a:cubicBezTo>
                    <a:pt x="38585" y="17486"/>
                    <a:pt x="42549" y="16760"/>
                    <a:pt x="46586" y="15146"/>
                  </a:cubicBezTo>
                  <a:cubicBezTo>
                    <a:pt x="54258" y="12073"/>
                    <a:pt x="60148" y="6574"/>
                    <a:pt x="65233" y="0"/>
                  </a:cubicBezTo>
                  <a:lnTo>
                    <a:pt x="61893" y="0"/>
                  </a:lnTo>
                  <a:cubicBezTo>
                    <a:pt x="57578" y="4718"/>
                    <a:pt x="52644" y="8591"/>
                    <a:pt x="46629" y="10969"/>
                  </a:cubicBezTo>
                  <a:cubicBezTo>
                    <a:pt x="42577" y="12574"/>
                    <a:pt x="38602" y="13297"/>
                    <a:pt x="34717" y="13297"/>
                  </a:cubicBezTo>
                  <a:cubicBezTo>
                    <a:pt x="23914" y="13297"/>
                    <a:pt x="13802" y="7711"/>
                    <a:pt x="46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008029" y="-884100"/>
              <a:ext cx="2880227" cy="384673"/>
            </a:xfrm>
            <a:custGeom>
              <a:avLst/>
              <a:gdLst/>
              <a:ahLst/>
              <a:cxnLst/>
              <a:rect l="l" t="t" r="r" b="b"/>
              <a:pathLst>
                <a:path w="89986" h="23215" extrusionOk="0">
                  <a:moveTo>
                    <a:pt x="0" y="0"/>
                  </a:moveTo>
                  <a:cubicBezTo>
                    <a:pt x="10801" y="9267"/>
                    <a:pt x="21917" y="17920"/>
                    <a:pt x="35225" y="21514"/>
                  </a:cubicBezTo>
                  <a:cubicBezTo>
                    <a:pt x="39512" y="22674"/>
                    <a:pt x="43610" y="23215"/>
                    <a:pt x="47538" y="23215"/>
                  </a:cubicBezTo>
                  <a:cubicBezTo>
                    <a:pt x="64196" y="23215"/>
                    <a:pt x="77810" y="13491"/>
                    <a:pt x="89985" y="0"/>
                  </a:cubicBezTo>
                  <a:lnTo>
                    <a:pt x="86075" y="0"/>
                  </a:lnTo>
                  <a:cubicBezTo>
                    <a:pt x="74929" y="11268"/>
                    <a:pt x="62474" y="19074"/>
                    <a:pt x="47617" y="19074"/>
                  </a:cubicBezTo>
                  <a:cubicBezTo>
                    <a:pt x="43675" y="19074"/>
                    <a:pt x="39563" y="18524"/>
                    <a:pt x="35262" y="17343"/>
                  </a:cubicBezTo>
                  <a:cubicBezTo>
                    <a:pt x="24114" y="14283"/>
                    <a:pt x="14543" y="7609"/>
                    <a:pt x="54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865974" y="-884100"/>
              <a:ext cx="1461847" cy="138608"/>
            </a:xfrm>
            <a:custGeom>
              <a:avLst/>
              <a:gdLst/>
              <a:ahLst/>
              <a:cxnLst/>
              <a:rect l="l" t="t" r="r" b="b"/>
              <a:pathLst>
                <a:path w="45672" h="8365" extrusionOk="0">
                  <a:moveTo>
                    <a:pt x="0" y="0"/>
                  </a:moveTo>
                  <a:cubicBezTo>
                    <a:pt x="7388" y="5050"/>
                    <a:pt x="15304" y="8365"/>
                    <a:pt x="23633" y="8365"/>
                  </a:cubicBezTo>
                  <a:cubicBezTo>
                    <a:pt x="27529" y="8365"/>
                    <a:pt x="31515" y="7640"/>
                    <a:pt x="35579" y="6027"/>
                  </a:cubicBezTo>
                  <a:cubicBezTo>
                    <a:pt x="39315" y="4544"/>
                    <a:pt x="42643" y="2477"/>
                    <a:pt x="45672" y="0"/>
                  </a:cubicBezTo>
                  <a:lnTo>
                    <a:pt x="39552" y="0"/>
                  </a:lnTo>
                  <a:cubicBezTo>
                    <a:pt x="38286" y="696"/>
                    <a:pt x="36969" y="1323"/>
                    <a:pt x="35591" y="1868"/>
                  </a:cubicBezTo>
                  <a:cubicBezTo>
                    <a:pt x="31522" y="3487"/>
                    <a:pt x="27532" y="4215"/>
                    <a:pt x="23631" y="4215"/>
                  </a:cubicBezTo>
                  <a:cubicBezTo>
                    <a:pt x="17886" y="4215"/>
                    <a:pt x="12336" y="2636"/>
                    <a:pt x="70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875163" y="-884100"/>
              <a:ext cx="1305138" cy="84457"/>
            </a:xfrm>
            <a:custGeom>
              <a:avLst/>
              <a:gdLst/>
              <a:ahLst/>
              <a:cxnLst/>
              <a:rect l="l" t="t" r="r" b="b"/>
              <a:pathLst>
                <a:path w="40776" h="5097" extrusionOk="0">
                  <a:moveTo>
                    <a:pt x="1" y="0"/>
                  </a:moveTo>
                  <a:cubicBezTo>
                    <a:pt x="2676" y="1303"/>
                    <a:pt x="5444" y="2409"/>
                    <a:pt x="8337" y="3246"/>
                  </a:cubicBezTo>
                  <a:cubicBezTo>
                    <a:pt x="12678" y="4511"/>
                    <a:pt x="16835" y="5096"/>
                    <a:pt x="20825" y="5096"/>
                  </a:cubicBezTo>
                  <a:cubicBezTo>
                    <a:pt x="27978" y="5096"/>
                    <a:pt x="34595" y="3216"/>
                    <a:pt x="40776" y="0"/>
                  </a:cubicBezTo>
                  <a:lnTo>
                    <a:pt x="29560" y="0"/>
                  </a:lnTo>
                  <a:cubicBezTo>
                    <a:pt x="26762" y="617"/>
                    <a:pt x="23881" y="946"/>
                    <a:pt x="20908" y="946"/>
                  </a:cubicBezTo>
                  <a:cubicBezTo>
                    <a:pt x="18049" y="946"/>
                    <a:pt x="15104" y="642"/>
                    <a:pt x="120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-71925" y="-728525"/>
              <a:ext cx="9144255" cy="1033222"/>
            </a:xfrm>
            <a:custGeom>
              <a:avLst/>
              <a:gdLst/>
              <a:ahLst/>
              <a:cxnLst/>
              <a:rect l="l" t="t" r="r" b="b"/>
              <a:pathLst>
                <a:path w="285691" h="62355" extrusionOk="0">
                  <a:moveTo>
                    <a:pt x="131902" y="1"/>
                  </a:moveTo>
                  <a:cubicBezTo>
                    <a:pt x="131656" y="1"/>
                    <a:pt x="131410" y="3"/>
                    <a:pt x="131164" y="6"/>
                  </a:cubicBezTo>
                  <a:cubicBezTo>
                    <a:pt x="96261" y="496"/>
                    <a:pt x="93566" y="45319"/>
                    <a:pt x="64591" y="56088"/>
                  </a:cubicBezTo>
                  <a:cubicBezTo>
                    <a:pt x="60641" y="57556"/>
                    <a:pt x="56776" y="58220"/>
                    <a:pt x="53005" y="58220"/>
                  </a:cubicBezTo>
                  <a:cubicBezTo>
                    <a:pt x="32016" y="58220"/>
                    <a:pt x="13923" y="37656"/>
                    <a:pt x="0" y="20776"/>
                  </a:cubicBezTo>
                  <a:lnTo>
                    <a:pt x="0" y="24984"/>
                  </a:lnTo>
                  <a:cubicBezTo>
                    <a:pt x="14162" y="42293"/>
                    <a:pt x="31943" y="62355"/>
                    <a:pt x="53175" y="62355"/>
                  </a:cubicBezTo>
                  <a:cubicBezTo>
                    <a:pt x="56278" y="62355"/>
                    <a:pt x="59455" y="61926"/>
                    <a:pt x="62705" y="60998"/>
                  </a:cubicBezTo>
                  <a:cubicBezTo>
                    <a:pt x="93219" y="52283"/>
                    <a:pt x="96118" y="9013"/>
                    <a:pt x="131336" y="8305"/>
                  </a:cubicBezTo>
                  <a:cubicBezTo>
                    <a:pt x="131715" y="8298"/>
                    <a:pt x="132092" y="8294"/>
                    <a:pt x="132468" y="8294"/>
                  </a:cubicBezTo>
                  <a:cubicBezTo>
                    <a:pt x="168229" y="8294"/>
                    <a:pt x="193184" y="42463"/>
                    <a:pt x="227362" y="48980"/>
                  </a:cubicBezTo>
                  <a:cubicBezTo>
                    <a:pt x="230748" y="49625"/>
                    <a:pt x="234021" y="49926"/>
                    <a:pt x="237197" y="49926"/>
                  </a:cubicBezTo>
                  <a:cubicBezTo>
                    <a:pt x="255723" y="49926"/>
                    <a:pt x="270917" y="39675"/>
                    <a:pt x="285690" y="27646"/>
                  </a:cubicBezTo>
                  <a:lnTo>
                    <a:pt x="285690" y="21254"/>
                  </a:lnTo>
                  <a:cubicBezTo>
                    <a:pt x="271048" y="34312"/>
                    <a:pt x="256046" y="45677"/>
                    <a:pt x="237183" y="45677"/>
                  </a:cubicBezTo>
                  <a:cubicBezTo>
                    <a:pt x="233352" y="45677"/>
                    <a:pt x="229361" y="45208"/>
                    <a:pt x="225183" y="44189"/>
                  </a:cubicBezTo>
                  <a:cubicBezTo>
                    <a:pt x="191758" y="36045"/>
                    <a:pt x="167602" y="1"/>
                    <a:pt x="1319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4325150" y="1551600"/>
            <a:ext cx="3492600" cy="13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title" idx="2" hasCustomPrompt="1"/>
          </p:nvPr>
        </p:nvSpPr>
        <p:spPr>
          <a:xfrm>
            <a:off x="1142050" y="1751400"/>
            <a:ext cx="2381400" cy="17157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12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4" name="Google Shape;34;p3"/>
          <p:cNvSpPr txBox="1">
            <a:spLocks noGrp="1"/>
          </p:cNvSpPr>
          <p:nvPr>
            <p:ph type="subTitle" idx="1"/>
          </p:nvPr>
        </p:nvSpPr>
        <p:spPr>
          <a:xfrm>
            <a:off x="4325150" y="2878500"/>
            <a:ext cx="31599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5" name="Google Shape;35;p3"/>
          <p:cNvGrpSpPr/>
          <p:nvPr/>
        </p:nvGrpSpPr>
        <p:grpSpPr>
          <a:xfrm rot="5400000">
            <a:off x="4951717" y="2005869"/>
            <a:ext cx="7610763" cy="832396"/>
            <a:chOff x="-71925" y="-884100"/>
            <a:chExt cx="9144255" cy="1188797"/>
          </a:xfrm>
        </p:grpSpPr>
        <p:sp>
          <p:nvSpPr>
            <p:cNvPr id="36" name="Google Shape;36;p3"/>
            <p:cNvSpPr/>
            <p:nvPr/>
          </p:nvSpPr>
          <p:spPr>
            <a:xfrm>
              <a:off x="-71925" y="-884100"/>
              <a:ext cx="3175016" cy="741739"/>
            </a:xfrm>
            <a:custGeom>
              <a:avLst/>
              <a:gdLst/>
              <a:ahLst/>
              <a:cxnLst/>
              <a:rect l="l" t="t" r="r" b="b"/>
              <a:pathLst>
                <a:path w="99196" h="44764" extrusionOk="0">
                  <a:moveTo>
                    <a:pt x="96826" y="0"/>
                  </a:moveTo>
                  <a:cubicBezTo>
                    <a:pt x="87993" y="14934"/>
                    <a:pt x="80556" y="32035"/>
                    <a:pt x="64567" y="38354"/>
                  </a:cubicBezTo>
                  <a:cubicBezTo>
                    <a:pt x="60625" y="39913"/>
                    <a:pt x="56746" y="40615"/>
                    <a:pt x="52946" y="40615"/>
                  </a:cubicBezTo>
                  <a:cubicBezTo>
                    <a:pt x="32157" y="40615"/>
                    <a:pt x="13718" y="19608"/>
                    <a:pt x="0" y="2967"/>
                  </a:cubicBezTo>
                  <a:lnTo>
                    <a:pt x="0" y="7107"/>
                  </a:lnTo>
                  <a:cubicBezTo>
                    <a:pt x="13714" y="23750"/>
                    <a:pt x="32154" y="44764"/>
                    <a:pt x="52946" y="44764"/>
                  </a:cubicBezTo>
                  <a:cubicBezTo>
                    <a:pt x="56744" y="44764"/>
                    <a:pt x="60620" y="44063"/>
                    <a:pt x="64560" y="42506"/>
                  </a:cubicBezTo>
                  <a:cubicBezTo>
                    <a:pt x="82058" y="35592"/>
                    <a:pt x="89185" y="15722"/>
                    <a:pt x="991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-20108" y="-884100"/>
              <a:ext cx="2963286" cy="591317"/>
            </a:xfrm>
            <a:custGeom>
              <a:avLst/>
              <a:gdLst/>
              <a:ahLst/>
              <a:cxnLst/>
              <a:rect l="l" t="t" r="r" b="b"/>
              <a:pathLst>
                <a:path w="92581" h="35686" extrusionOk="0">
                  <a:moveTo>
                    <a:pt x="0" y="0"/>
                  </a:moveTo>
                  <a:cubicBezTo>
                    <a:pt x="13539" y="16291"/>
                    <a:pt x="31336" y="35685"/>
                    <a:pt x="51325" y="35685"/>
                  </a:cubicBezTo>
                  <a:cubicBezTo>
                    <a:pt x="55137" y="35685"/>
                    <a:pt x="59029" y="34980"/>
                    <a:pt x="62986" y="33413"/>
                  </a:cubicBezTo>
                  <a:cubicBezTo>
                    <a:pt x="77218" y="27771"/>
                    <a:pt x="84802" y="13613"/>
                    <a:pt x="92580" y="0"/>
                  </a:cubicBezTo>
                  <a:lnTo>
                    <a:pt x="90408" y="0"/>
                  </a:lnTo>
                  <a:cubicBezTo>
                    <a:pt x="83313" y="12253"/>
                    <a:pt x="75803" y="24165"/>
                    <a:pt x="63023" y="29236"/>
                  </a:cubicBezTo>
                  <a:cubicBezTo>
                    <a:pt x="59050" y="30812"/>
                    <a:pt x="55143" y="31522"/>
                    <a:pt x="51318" y="31522"/>
                  </a:cubicBezTo>
                  <a:cubicBezTo>
                    <a:pt x="33004" y="31522"/>
                    <a:pt x="16543" y="15259"/>
                    <a:pt x="34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-71925" y="-884100"/>
              <a:ext cx="3386650" cy="891400"/>
            </a:xfrm>
            <a:custGeom>
              <a:avLst/>
              <a:gdLst/>
              <a:ahLst/>
              <a:cxnLst/>
              <a:rect l="l" t="t" r="r" b="b"/>
              <a:pathLst>
                <a:path w="105808" h="53796" extrusionOk="0">
                  <a:moveTo>
                    <a:pt x="102436" y="0"/>
                  </a:moveTo>
                  <a:cubicBezTo>
                    <a:pt x="90488" y="16145"/>
                    <a:pt x="83963" y="39750"/>
                    <a:pt x="64567" y="47422"/>
                  </a:cubicBezTo>
                  <a:cubicBezTo>
                    <a:pt x="60625" y="48981"/>
                    <a:pt x="56747" y="49682"/>
                    <a:pt x="52947" y="49682"/>
                  </a:cubicBezTo>
                  <a:cubicBezTo>
                    <a:pt x="32156" y="49682"/>
                    <a:pt x="13712" y="28671"/>
                    <a:pt x="0" y="12029"/>
                  </a:cubicBezTo>
                  <a:lnTo>
                    <a:pt x="0" y="16175"/>
                  </a:lnTo>
                  <a:cubicBezTo>
                    <a:pt x="13707" y="32812"/>
                    <a:pt x="32119" y="53795"/>
                    <a:pt x="52888" y="53795"/>
                  </a:cubicBezTo>
                  <a:cubicBezTo>
                    <a:pt x="56714" y="53795"/>
                    <a:pt x="60620" y="53083"/>
                    <a:pt x="64591" y="51501"/>
                  </a:cubicBezTo>
                  <a:cubicBezTo>
                    <a:pt x="85653" y="43115"/>
                    <a:pt x="91549" y="15871"/>
                    <a:pt x="1058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5229039" y="-884100"/>
              <a:ext cx="3843012" cy="684043"/>
            </a:xfrm>
            <a:custGeom>
              <a:avLst/>
              <a:gdLst/>
              <a:ahLst/>
              <a:cxnLst/>
              <a:rect l="l" t="t" r="r" b="b"/>
              <a:pathLst>
                <a:path w="120066" h="41282" extrusionOk="0">
                  <a:moveTo>
                    <a:pt x="0" y="0"/>
                  </a:moveTo>
                  <a:cubicBezTo>
                    <a:pt x="19721" y="13196"/>
                    <a:pt x="36784" y="33544"/>
                    <a:pt x="59558" y="39608"/>
                  </a:cubicBezTo>
                  <a:cubicBezTo>
                    <a:pt x="63838" y="40749"/>
                    <a:pt x="67923" y="41282"/>
                    <a:pt x="71837" y="41282"/>
                  </a:cubicBezTo>
                  <a:cubicBezTo>
                    <a:pt x="89348" y="41282"/>
                    <a:pt x="103431" y="30623"/>
                    <a:pt x="116149" y="16058"/>
                  </a:cubicBezTo>
                  <a:cubicBezTo>
                    <a:pt x="117476" y="14531"/>
                    <a:pt x="118780" y="13017"/>
                    <a:pt x="120065" y="11508"/>
                  </a:cubicBezTo>
                  <a:lnTo>
                    <a:pt x="120065" y="7362"/>
                  </a:lnTo>
                  <a:cubicBezTo>
                    <a:pt x="118780" y="8876"/>
                    <a:pt x="117484" y="10397"/>
                    <a:pt x="116155" y="11924"/>
                  </a:cubicBezTo>
                  <a:cubicBezTo>
                    <a:pt x="103450" y="26559"/>
                    <a:pt x="89345" y="37178"/>
                    <a:pt x="71798" y="37178"/>
                  </a:cubicBezTo>
                  <a:cubicBezTo>
                    <a:pt x="67888" y="37178"/>
                    <a:pt x="63808" y="36651"/>
                    <a:pt x="59534" y="35524"/>
                  </a:cubicBezTo>
                  <a:cubicBezTo>
                    <a:pt x="38968" y="30104"/>
                    <a:pt x="23197" y="13023"/>
                    <a:pt x="59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229826" y="-884100"/>
              <a:ext cx="2557367" cy="440530"/>
            </a:xfrm>
            <a:custGeom>
              <a:avLst/>
              <a:gdLst/>
              <a:ahLst/>
              <a:cxnLst/>
              <a:rect l="l" t="t" r="r" b="b"/>
              <a:pathLst>
                <a:path w="79899" h="26586" extrusionOk="0">
                  <a:moveTo>
                    <a:pt x="0" y="0"/>
                  </a:moveTo>
                  <a:cubicBezTo>
                    <a:pt x="12284" y="13640"/>
                    <a:pt x="27148" y="26585"/>
                    <a:pt x="43505" y="26585"/>
                  </a:cubicBezTo>
                  <a:cubicBezTo>
                    <a:pt x="47349" y="26585"/>
                    <a:pt x="51275" y="25871"/>
                    <a:pt x="55269" y="24282"/>
                  </a:cubicBezTo>
                  <a:cubicBezTo>
                    <a:pt x="66312" y="19888"/>
                    <a:pt x="73506" y="10416"/>
                    <a:pt x="79898" y="0"/>
                  </a:cubicBezTo>
                  <a:lnTo>
                    <a:pt x="77403" y="0"/>
                  </a:lnTo>
                  <a:cubicBezTo>
                    <a:pt x="71581" y="8715"/>
                    <a:pt x="64860" y="16300"/>
                    <a:pt x="55318" y="20099"/>
                  </a:cubicBezTo>
                  <a:cubicBezTo>
                    <a:pt x="51302" y="21702"/>
                    <a:pt x="47357" y="22423"/>
                    <a:pt x="43495" y="22423"/>
                  </a:cubicBezTo>
                  <a:cubicBezTo>
                    <a:pt x="28811" y="22423"/>
                    <a:pt x="15339" y="12001"/>
                    <a:pt x="38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-71925" y="-884100"/>
              <a:ext cx="9144255" cy="1039121"/>
            </a:xfrm>
            <a:custGeom>
              <a:avLst/>
              <a:gdLst/>
              <a:ahLst/>
              <a:cxnLst/>
              <a:rect l="l" t="t" r="r" b="b"/>
              <a:pathLst>
                <a:path w="285691" h="62711" extrusionOk="0">
                  <a:moveTo>
                    <a:pt x="112709" y="0"/>
                  </a:moveTo>
                  <a:cubicBezTo>
                    <a:pt x="93219" y="13413"/>
                    <a:pt x="88240" y="46765"/>
                    <a:pt x="64591" y="56268"/>
                  </a:cubicBezTo>
                  <a:cubicBezTo>
                    <a:pt x="60565" y="57886"/>
                    <a:pt x="56610" y="58613"/>
                    <a:pt x="52740" y="58613"/>
                  </a:cubicBezTo>
                  <a:cubicBezTo>
                    <a:pt x="32008" y="58613"/>
                    <a:pt x="13710" y="37742"/>
                    <a:pt x="0" y="21099"/>
                  </a:cubicBezTo>
                  <a:lnTo>
                    <a:pt x="0" y="25245"/>
                  </a:lnTo>
                  <a:cubicBezTo>
                    <a:pt x="13779" y="41962"/>
                    <a:pt x="31983" y="62711"/>
                    <a:pt x="52783" y="62711"/>
                  </a:cubicBezTo>
                  <a:cubicBezTo>
                    <a:pt x="56634" y="62711"/>
                    <a:pt x="60574" y="61999"/>
                    <a:pt x="64591" y="60420"/>
                  </a:cubicBezTo>
                  <a:cubicBezTo>
                    <a:pt x="93927" y="48882"/>
                    <a:pt x="95267" y="1223"/>
                    <a:pt x="131046" y="708"/>
                  </a:cubicBezTo>
                  <a:cubicBezTo>
                    <a:pt x="131287" y="704"/>
                    <a:pt x="131528" y="702"/>
                    <a:pt x="131768" y="702"/>
                  </a:cubicBezTo>
                  <a:cubicBezTo>
                    <a:pt x="168136" y="702"/>
                    <a:pt x="191428" y="39679"/>
                    <a:pt x="225177" y="48527"/>
                  </a:cubicBezTo>
                  <a:cubicBezTo>
                    <a:pt x="229412" y="49637"/>
                    <a:pt x="233468" y="50153"/>
                    <a:pt x="237367" y="50153"/>
                  </a:cubicBezTo>
                  <a:cubicBezTo>
                    <a:pt x="254891" y="50153"/>
                    <a:pt x="269258" y="39735"/>
                    <a:pt x="282611" y="25970"/>
                  </a:cubicBezTo>
                  <a:cubicBezTo>
                    <a:pt x="283648" y="24897"/>
                    <a:pt x="284673" y="23829"/>
                    <a:pt x="285690" y="22767"/>
                  </a:cubicBezTo>
                  <a:lnTo>
                    <a:pt x="285690" y="17181"/>
                  </a:lnTo>
                  <a:cubicBezTo>
                    <a:pt x="284487" y="18529"/>
                    <a:pt x="283264" y="19876"/>
                    <a:pt x="282029" y="21234"/>
                  </a:cubicBezTo>
                  <a:cubicBezTo>
                    <a:pt x="269068" y="35407"/>
                    <a:pt x="254906" y="46062"/>
                    <a:pt x="237442" y="46062"/>
                  </a:cubicBezTo>
                  <a:cubicBezTo>
                    <a:pt x="233527" y="46062"/>
                    <a:pt x="229447" y="45527"/>
                    <a:pt x="225177" y="44375"/>
                  </a:cubicBezTo>
                  <a:cubicBezTo>
                    <a:pt x="198970" y="37311"/>
                    <a:pt x="179617" y="11539"/>
                    <a:pt x="1552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5630552" y="-884100"/>
              <a:ext cx="3441478" cy="534747"/>
            </a:xfrm>
            <a:custGeom>
              <a:avLst/>
              <a:gdLst/>
              <a:ahLst/>
              <a:cxnLst/>
              <a:rect l="l" t="t" r="r" b="b"/>
              <a:pathLst>
                <a:path w="107521" h="32272" extrusionOk="0">
                  <a:moveTo>
                    <a:pt x="0" y="0"/>
                  </a:moveTo>
                  <a:cubicBezTo>
                    <a:pt x="14780" y="12129"/>
                    <a:pt x="29000" y="25858"/>
                    <a:pt x="46975" y="30614"/>
                  </a:cubicBezTo>
                  <a:cubicBezTo>
                    <a:pt x="51247" y="31743"/>
                    <a:pt x="55326" y="32271"/>
                    <a:pt x="59235" y="32271"/>
                  </a:cubicBezTo>
                  <a:cubicBezTo>
                    <a:pt x="76787" y="32271"/>
                    <a:pt x="90909" y="21627"/>
                    <a:pt x="103610" y="7002"/>
                  </a:cubicBezTo>
                  <a:cubicBezTo>
                    <a:pt x="104939" y="5475"/>
                    <a:pt x="106235" y="3954"/>
                    <a:pt x="107520" y="2446"/>
                  </a:cubicBezTo>
                  <a:lnTo>
                    <a:pt x="107520" y="0"/>
                  </a:lnTo>
                  <a:lnTo>
                    <a:pt x="106068" y="0"/>
                  </a:lnTo>
                  <a:cubicBezTo>
                    <a:pt x="105255" y="950"/>
                    <a:pt x="104441" y="1899"/>
                    <a:pt x="103610" y="2856"/>
                  </a:cubicBezTo>
                  <a:cubicBezTo>
                    <a:pt x="90929" y="17458"/>
                    <a:pt x="76798" y="28134"/>
                    <a:pt x="59264" y="28134"/>
                  </a:cubicBezTo>
                  <a:cubicBezTo>
                    <a:pt x="55349" y="28134"/>
                    <a:pt x="51265" y="27601"/>
                    <a:pt x="46989" y="26462"/>
                  </a:cubicBezTo>
                  <a:cubicBezTo>
                    <a:pt x="31147" y="22240"/>
                    <a:pt x="18312" y="10975"/>
                    <a:pt x="54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6395812" y="-884100"/>
              <a:ext cx="2200164" cy="234548"/>
            </a:xfrm>
            <a:custGeom>
              <a:avLst/>
              <a:gdLst/>
              <a:ahLst/>
              <a:cxnLst/>
              <a:rect l="l" t="t" r="r" b="b"/>
              <a:pathLst>
                <a:path w="68739" h="14155" extrusionOk="0">
                  <a:moveTo>
                    <a:pt x="0" y="0"/>
                  </a:moveTo>
                  <a:cubicBezTo>
                    <a:pt x="7125" y="5463"/>
                    <a:pt x="14686" y="10000"/>
                    <a:pt x="23202" y="12384"/>
                  </a:cubicBezTo>
                  <a:cubicBezTo>
                    <a:pt x="27518" y="13593"/>
                    <a:pt x="31646" y="14155"/>
                    <a:pt x="35605" y="14155"/>
                  </a:cubicBezTo>
                  <a:cubicBezTo>
                    <a:pt x="48131" y="14155"/>
                    <a:pt x="58970" y="8533"/>
                    <a:pt x="68739" y="0"/>
                  </a:cubicBezTo>
                  <a:lnTo>
                    <a:pt x="63580" y="0"/>
                  </a:lnTo>
                  <a:cubicBezTo>
                    <a:pt x="55205" y="6153"/>
                    <a:pt x="46017" y="10012"/>
                    <a:pt x="35699" y="10012"/>
                  </a:cubicBezTo>
                  <a:cubicBezTo>
                    <a:pt x="31726" y="10012"/>
                    <a:pt x="27585" y="9440"/>
                    <a:pt x="23258" y="8205"/>
                  </a:cubicBezTo>
                  <a:cubicBezTo>
                    <a:pt x="17107" y="6455"/>
                    <a:pt x="11483" y="3563"/>
                    <a:pt x="61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511125" y="-884100"/>
              <a:ext cx="2087945" cy="289743"/>
            </a:xfrm>
            <a:custGeom>
              <a:avLst/>
              <a:gdLst/>
              <a:ahLst/>
              <a:cxnLst/>
              <a:rect l="l" t="t" r="r" b="b"/>
              <a:pathLst>
                <a:path w="65233" h="17486" extrusionOk="0">
                  <a:moveTo>
                    <a:pt x="1" y="0"/>
                  </a:moveTo>
                  <a:cubicBezTo>
                    <a:pt x="10344" y="9788"/>
                    <a:pt x="22072" y="17486"/>
                    <a:pt x="34705" y="17486"/>
                  </a:cubicBezTo>
                  <a:cubicBezTo>
                    <a:pt x="38585" y="17486"/>
                    <a:pt x="42549" y="16760"/>
                    <a:pt x="46586" y="15146"/>
                  </a:cubicBezTo>
                  <a:cubicBezTo>
                    <a:pt x="54258" y="12073"/>
                    <a:pt x="60148" y="6574"/>
                    <a:pt x="65233" y="0"/>
                  </a:cubicBezTo>
                  <a:lnTo>
                    <a:pt x="61893" y="0"/>
                  </a:lnTo>
                  <a:cubicBezTo>
                    <a:pt x="57578" y="4718"/>
                    <a:pt x="52644" y="8591"/>
                    <a:pt x="46629" y="10969"/>
                  </a:cubicBezTo>
                  <a:cubicBezTo>
                    <a:pt x="42577" y="12574"/>
                    <a:pt x="38602" y="13297"/>
                    <a:pt x="34717" y="13297"/>
                  </a:cubicBezTo>
                  <a:cubicBezTo>
                    <a:pt x="23914" y="13297"/>
                    <a:pt x="13802" y="7711"/>
                    <a:pt x="46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6008029" y="-884100"/>
              <a:ext cx="2880227" cy="384673"/>
            </a:xfrm>
            <a:custGeom>
              <a:avLst/>
              <a:gdLst/>
              <a:ahLst/>
              <a:cxnLst/>
              <a:rect l="l" t="t" r="r" b="b"/>
              <a:pathLst>
                <a:path w="89986" h="23215" extrusionOk="0">
                  <a:moveTo>
                    <a:pt x="0" y="0"/>
                  </a:moveTo>
                  <a:cubicBezTo>
                    <a:pt x="10801" y="9267"/>
                    <a:pt x="21917" y="17920"/>
                    <a:pt x="35225" y="21514"/>
                  </a:cubicBezTo>
                  <a:cubicBezTo>
                    <a:pt x="39512" y="22674"/>
                    <a:pt x="43610" y="23215"/>
                    <a:pt x="47538" y="23215"/>
                  </a:cubicBezTo>
                  <a:cubicBezTo>
                    <a:pt x="64196" y="23215"/>
                    <a:pt x="77810" y="13491"/>
                    <a:pt x="89985" y="0"/>
                  </a:cubicBezTo>
                  <a:lnTo>
                    <a:pt x="86075" y="0"/>
                  </a:lnTo>
                  <a:cubicBezTo>
                    <a:pt x="74929" y="11268"/>
                    <a:pt x="62474" y="19074"/>
                    <a:pt x="47617" y="19074"/>
                  </a:cubicBezTo>
                  <a:cubicBezTo>
                    <a:pt x="43675" y="19074"/>
                    <a:pt x="39563" y="18524"/>
                    <a:pt x="35262" y="17343"/>
                  </a:cubicBezTo>
                  <a:cubicBezTo>
                    <a:pt x="24114" y="14283"/>
                    <a:pt x="14543" y="7609"/>
                    <a:pt x="54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865974" y="-884100"/>
              <a:ext cx="1461847" cy="138608"/>
            </a:xfrm>
            <a:custGeom>
              <a:avLst/>
              <a:gdLst/>
              <a:ahLst/>
              <a:cxnLst/>
              <a:rect l="l" t="t" r="r" b="b"/>
              <a:pathLst>
                <a:path w="45672" h="8365" extrusionOk="0">
                  <a:moveTo>
                    <a:pt x="0" y="0"/>
                  </a:moveTo>
                  <a:cubicBezTo>
                    <a:pt x="7388" y="5050"/>
                    <a:pt x="15304" y="8365"/>
                    <a:pt x="23633" y="8365"/>
                  </a:cubicBezTo>
                  <a:cubicBezTo>
                    <a:pt x="27529" y="8365"/>
                    <a:pt x="31515" y="7640"/>
                    <a:pt x="35579" y="6027"/>
                  </a:cubicBezTo>
                  <a:cubicBezTo>
                    <a:pt x="39315" y="4544"/>
                    <a:pt x="42643" y="2477"/>
                    <a:pt x="45672" y="0"/>
                  </a:cubicBezTo>
                  <a:lnTo>
                    <a:pt x="39552" y="0"/>
                  </a:lnTo>
                  <a:cubicBezTo>
                    <a:pt x="38286" y="696"/>
                    <a:pt x="36969" y="1323"/>
                    <a:pt x="35591" y="1868"/>
                  </a:cubicBezTo>
                  <a:cubicBezTo>
                    <a:pt x="31522" y="3487"/>
                    <a:pt x="27532" y="4215"/>
                    <a:pt x="23631" y="4215"/>
                  </a:cubicBezTo>
                  <a:cubicBezTo>
                    <a:pt x="17886" y="4215"/>
                    <a:pt x="12336" y="2636"/>
                    <a:pt x="70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6875163" y="-884100"/>
              <a:ext cx="1305138" cy="84457"/>
            </a:xfrm>
            <a:custGeom>
              <a:avLst/>
              <a:gdLst/>
              <a:ahLst/>
              <a:cxnLst/>
              <a:rect l="l" t="t" r="r" b="b"/>
              <a:pathLst>
                <a:path w="40776" h="5097" extrusionOk="0">
                  <a:moveTo>
                    <a:pt x="1" y="0"/>
                  </a:moveTo>
                  <a:cubicBezTo>
                    <a:pt x="2676" y="1303"/>
                    <a:pt x="5444" y="2409"/>
                    <a:pt x="8337" y="3246"/>
                  </a:cubicBezTo>
                  <a:cubicBezTo>
                    <a:pt x="12678" y="4511"/>
                    <a:pt x="16835" y="5096"/>
                    <a:pt x="20825" y="5096"/>
                  </a:cubicBezTo>
                  <a:cubicBezTo>
                    <a:pt x="27978" y="5096"/>
                    <a:pt x="34595" y="3216"/>
                    <a:pt x="40776" y="0"/>
                  </a:cubicBezTo>
                  <a:lnTo>
                    <a:pt x="29560" y="0"/>
                  </a:lnTo>
                  <a:cubicBezTo>
                    <a:pt x="26762" y="617"/>
                    <a:pt x="23881" y="946"/>
                    <a:pt x="20908" y="946"/>
                  </a:cubicBezTo>
                  <a:cubicBezTo>
                    <a:pt x="18049" y="946"/>
                    <a:pt x="15104" y="642"/>
                    <a:pt x="120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-71925" y="-728525"/>
              <a:ext cx="9144255" cy="1033222"/>
            </a:xfrm>
            <a:custGeom>
              <a:avLst/>
              <a:gdLst/>
              <a:ahLst/>
              <a:cxnLst/>
              <a:rect l="l" t="t" r="r" b="b"/>
              <a:pathLst>
                <a:path w="285691" h="62355" extrusionOk="0">
                  <a:moveTo>
                    <a:pt x="131902" y="1"/>
                  </a:moveTo>
                  <a:cubicBezTo>
                    <a:pt x="131656" y="1"/>
                    <a:pt x="131410" y="3"/>
                    <a:pt x="131164" y="6"/>
                  </a:cubicBezTo>
                  <a:cubicBezTo>
                    <a:pt x="96261" y="496"/>
                    <a:pt x="93566" y="45319"/>
                    <a:pt x="64591" y="56088"/>
                  </a:cubicBezTo>
                  <a:cubicBezTo>
                    <a:pt x="60641" y="57556"/>
                    <a:pt x="56776" y="58220"/>
                    <a:pt x="53005" y="58220"/>
                  </a:cubicBezTo>
                  <a:cubicBezTo>
                    <a:pt x="32016" y="58220"/>
                    <a:pt x="13923" y="37656"/>
                    <a:pt x="0" y="20776"/>
                  </a:cubicBezTo>
                  <a:lnTo>
                    <a:pt x="0" y="24984"/>
                  </a:lnTo>
                  <a:cubicBezTo>
                    <a:pt x="14162" y="42293"/>
                    <a:pt x="31943" y="62355"/>
                    <a:pt x="53175" y="62355"/>
                  </a:cubicBezTo>
                  <a:cubicBezTo>
                    <a:pt x="56278" y="62355"/>
                    <a:pt x="59455" y="61926"/>
                    <a:pt x="62705" y="60998"/>
                  </a:cubicBezTo>
                  <a:cubicBezTo>
                    <a:pt x="93219" y="52283"/>
                    <a:pt x="96118" y="9013"/>
                    <a:pt x="131336" y="8305"/>
                  </a:cubicBezTo>
                  <a:cubicBezTo>
                    <a:pt x="131715" y="8298"/>
                    <a:pt x="132092" y="8294"/>
                    <a:pt x="132468" y="8294"/>
                  </a:cubicBezTo>
                  <a:cubicBezTo>
                    <a:pt x="168229" y="8294"/>
                    <a:pt x="193184" y="42463"/>
                    <a:pt x="227362" y="48980"/>
                  </a:cubicBezTo>
                  <a:cubicBezTo>
                    <a:pt x="230748" y="49625"/>
                    <a:pt x="234021" y="49926"/>
                    <a:pt x="237197" y="49926"/>
                  </a:cubicBezTo>
                  <a:cubicBezTo>
                    <a:pt x="255723" y="49926"/>
                    <a:pt x="270917" y="39675"/>
                    <a:pt x="285690" y="27646"/>
                  </a:cubicBezTo>
                  <a:lnTo>
                    <a:pt x="285690" y="21254"/>
                  </a:lnTo>
                  <a:cubicBezTo>
                    <a:pt x="271048" y="34312"/>
                    <a:pt x="256046" y="45677"/>
                    <a:pt x="237183" y="45677"/>
                  </a:cubicBezTo>
                  <a:cubicBezTo>
                    <a:pt x="233352" y="45677"/>
                    <a:pt x="229361" y="45208"/>
                    <a:pt x="225183" y="44189"/>
                  </a:cubicBezTo>
                  <a:cubicBezTo>
                    <a:pt x="191758" y="36045"/>
                    <a:pt x="167602" y="1"/>
                    <a:pt x="1319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" name="Google Shape;49;p3"/>
          <p:cNvGrpSpPr/>
          <p:nvPr/>
        </p:nvGrpSpPr>
        <p:grpSpPr>
          <a:xfrm>
            <a:off x="-233825" y="262867"/>
            <a:ext cx="6301119" cy="382141"/>
            <a:chOff x="-233825" y="262867"/>
            <a:chExt cx="6301119" cy="382141"/>
          </a:xfrm>
        </p:grpSpPr>
        <p:cxnSp>
          <p:nvCxnSpPr>
            <p:cNvPr id="50" name="Google Shape;50;p3"/>
            <p:cNvCxnSpPr/>
            <p:nvPr/>
          </p:nvCxnSpPr>
          <p:spPr>
            <a:xfrm>
              <a:off x="-233825" y="454400"/>
              <a:ext cx="5995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1" name="Google Shape;51;p3"/>
            <p:cNvGrpSpPr/>
            <p:nvPr/>
          </p:nvGrpSpPr>
          <p:grpSpPr>
            <a:xfrm rot="2700771">
              <a:off x="5739001" y="321019"/>
              <a:ext cx="274531" cy="265837"/>
              <a:chOff x="6021400" y="1654100"/>
              <a:chExt cx="435350" cy="421375"/>
            </a:xfrm>
          </p:grpSpPr>
          <p:sp>
            <p:nvSpPr>
              <p:cNvPr id="52" name="Google Shape;52;p3"/>
              <p:cNvSpPr/>
              <p:nvPr/>
            </p:nvSpPr>
            <p:spPr>
              <a:xfrm>
                <a:off x="6021400" y="1731075"/>
                <a:ext cx="355825" cy="344400"/>
              </a:xfrm>
              <a:custGeom>
                <a:avLst/>
                <a:gdLst/>
                <a:ahLst/>
                <a:cxnLst/>
                <a:rect l="l" t="t" r="r" b="b"/>
                <a:pathLst>
                  <a:path w="14233" h="13776" extrusionOk="0">
                    <a:moveTo>
                      <a:pt x="5024" y="0"/>
                    </a:moveTo>
                    <a:cubicBezTo>
                      <a:pt x="4837" y="135"/>
                      <a:pt x="4656" y="283"/>
                      <a:pt x="4489" y="458"/>
                    </a:cubicBezTo>
                    <a:lnTo>
                      <a:pt x="1829" y="3110"/>
                    </a:lnTo>
                    <a:cubicBezTo>
                      <a:pt x="0" y="4940"/>
                      <a:pt x="0" y="7915"/>
                      <a:pt x="1829" y="9750"/>
                    </a:cubicBezTo>
                    <a:lnTo>
                      <a:pt x="4489" y="12404"/>
                    </a:lnTo>
                    <a:cubicBezTo>
                      <a:pt x="5402" y="13318"/>
                      <a:pt x="6600" y="13775"/>
                      <a:pt x="7806" y="13775"/>
                    </a:cubicBezTo>
                    <a:cubicBezTo>
                      <a:pt x="9004" y="13775"/>
                      <a:pt x="10208" y="13318"/>
                      <a:pt x="11121" y="12404"/>
                    </a:cubicBezTo>
                    <a:lnTo>
                      <a:pt x="13782" y="9750"/>
                    </a:lnTo>
                    <a:cubicBezTo>
                      <a:pt x="13950" y="9577"/>
                      <a:pt x="14097" y="9396"/>
                      <a:pt x="14233" y="9209"/>
                    </a:cubicBezTo>
                    <a:lnTo>
                      <a:pt x="502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>
                <a:off x="6196400" y="1654100"/>
                <a:ext cx="127050" cy="124475"/>
              </a:xfrm>
              <a:custGeom>
                <a:avLst/>
                <a:gdLst/>
                <a:ahLst/>
                <a:cxnLst/>
                <a:rect l="l" t="t" r="r" b="b"/>
                <a:pathLst>
                  <a:path w="5082" h="4979" extrusionOk="0">
                    <a:moveTo>
                      <a:pt x="3903" y="0"/>
                    </a:moveTo>
                    <a:cubicBezTo>
                      <a:pt x="3627" y="0"/>
                      <a:pt x="3349" y="110"/>
                      <a:pt x="3143" y="315"/>
                    </a:cubicBezTo>
                    <a:lnTo>
                      <a:pt x="1" y="3459"/>
                    </a:lnTo>
                    <a:lnTo>
                      <a:pt x="1520" y="4979"/>
                    </a:lnTo>
                    <a:lnTo>
                      <a:pt x="4662" y="1836"/>
                    </a:lnTo>
                    <a:cubicBezTo>
                      <a:pt x="5081" y="1417"/>
                      <a:pt x="5081" y="734"/>
                      <a:pt x="4662" y="315"/>
                    </a:cubicBezTo>
                    <a:cubicBezTo>
                      <a:pt x="4451" y="110"/>
                      <a:pt x="4174" y="0"/>
                      <a:pt x="39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6329725" y="1787550"/>
                <a:ext cx="127025" cy="124350"/>
              </a:xfrm>
              <a:custGeom>
                <a:avLst/>
                <a:gdLst/>
                <a:ahLst/>
                <a:cxnLst/>
                <a:rect l="l" t="t" r="r" b="b"/>
                <a:pathLst>
                  <a:path w="5081" h="4974" extrusionOk="0">
                    <a:moveTo>
                      <a:pt x="3903" y="1"/>
                    </a:moveTo>
                    <a:cubicBezTo>
                      <a:pt x="3626" y="1"/>
                      <a:pt x="3356" y="104"/>
                      <a:pt x="3143" y="316"/>
                    </a:cubicBezTo>
                    <a:lnTo>
                      <a:pt x="0" y="3454"/>
                    </a:lnTo>
                    <a:lnTo>
                      <a:pt x="1520" y="4973"/>
                    </a:lnTo>
                    <a:lnTo>
                      <a:pt x="4662" y="1831"/>
                    </a:lnTo>
                    <a:cubicBezTo>
                      <a:pt x="5081" y="1412"/>
                      <a:pt x="5081" y="735"/>
                      <a:pt x="4662" y="316"/>
                    </a:cubicBezTo>
                    <a:cubicBezTo>
                      <a:pt x="4450" y="104"/>
                      <a:pt x="4180" y="1"/>
                      <a:pt x="39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"/>
          <p:cNvSpPr txBox="1">
            <a:spLocks noGrp="1"/>
          </p:cNvSpPr>
          <p:nvPr>
            <p:ph type="title"/>
          </p:nvPr>
        </p:nvSpPr>
        <p:spPr>
          <a:xfrm>
            <a:off x="3399763" y="1171600"/>
            <a:ext cx="4817700" cy="74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7" name="Google Shape;127;p9"/>
          <p:cNvSpPr txBox="1">
            <a:spLocks noGrp="1"/>
          </p:cNvSpPr>
          <p:nvPr>
            <p:ph type="subTitle" idx="1"/>
          </p:nvPr>
        </p:nvSpPr>
        <p:spPr>
          <a:xfrm>
            <a:off x="4196638" y="2390600"/>
            <a:ext cx="4020900" cy="158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8" name="Google Shape;128;p9"/>
          <p:cNvCxnSpPr/>
          <p:nvPr/>
        </p:nvCxnSpPr>
        <p:spPr>
          <a:xfrm>
            <a:off x="3148200" y="4686785"/>
            <a:ext cx="59958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9" name="Google Shape;129;p9"/>
          <p:cNvGrpSpPr/>
          <p:nvPr/>
        </p:nvGrpSpPr>
        <p:grpSpPr>
          <a:xfrm>
            <a:off x="2865839" y="262867"/>
            <a:ext cx="6278161" cy="382141"/>
            <a:chOff x="2865839" y="262867"/>
            <a:chExt cx="6278161" cy="382141"/>
          </a:xfrm>
        </p:grpSpPr>
        <p:cxnSp>
          <p:nvCxnSpPr>
            <p:cNvPr id="130" name="Google Shape;130;p9"/>
            <p:cNvCxnSpPr/>
            <p:nvPr/>
          </p:nvCxnSpPr>
          <p:spPr>
            <a:xfrm>
              <a:off x="3148200" y="454400"/>
              <a:ext cx="5995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1" name="Google Shape;131;p9"/>
            <p:cNvGrpSpPr/>
            <p:nvPr/>
          </p:nvGrpSpPr>
          <p:grpSpPr>
            <a:xfrm rot="-2700771" flipH="1">
              <a:off x="2919601" y="321019"/>
              <a:ext cx="274531" cy="265837"/>
              <a:chOff x="6021400" y="1654100"/>
              <a:chExt cx="435350" cy="421375"/>
            </a:xfrm>
          </p:grpSpPr>
          <p:sp>
            <p:nvSpPr>
              <p:cNvPr id="132" name="Google Shape;132;p9"/>
              <p:cNvSpPr/>
              <p:nvPr/>
            </p:nvSpPr>
            <p:spPr>
              <a:xfrm>
                <a:off x="6021400" y="1731075"/>
                <a:ext cx="355825" cy="344400"/>
              </a:xfrm>
              <a:custGeom>
                <a:avLst/>
                <a:gdLst/>
                <a:ahLst/>
                <a:cxnLst/>
                <a:rect l="l" t="t" r="r" b="b"/>
                <a:pathLst>
                  <a:path w="14233" h="13776" extrusionOk="0">
                    <a:moveTo>
                      <a:pt x="5024" y="0"/>
                    </a:moveTo>
                    <a:cubicBezTo>
                      <a:pt x="4837" y="135"/>
                      <a:pt x="4656" y="283"/>
                      <a:pt x="4489" y="458"/>
                    </a:cubicBezTo>
                    <a:lnTo>
                      <a:pt x="1829" y="3110"/>
                    </a:lnTo>
                    <a:cubicBezTo>
                      <a:pt x="0" y="4940"/>
                      <a:pt x="0" y="7915"/>
                      <a:pt x="1829" y="9750"/>
                    </a:cubicBezTo>
                    <a:lnTo>
                      <a:pt x="4489" y="12404"/>
                    </a:lnTo>
                    <a:cubicBezTo>
                      <a:pt x="5402" y="13318"/>
                      <a:pt x="6600" y="13775"/>
                      <a:pt x="7806" y="13775"/>
                    </a:cubicBezTo>
                    <a:cubicBezTo>
                      <a:pt x="9004" y="13775"/>
                      <a:pt x="10208" y="13318"/>
                      <a:pt x="11121" y="12404"/>
                    </a:cubicBezTo>
                    <a:lnTo>
                      <a:pt x="13782" y="9750"/>
                    </a:lnTo>
                    <a:cubicBezTo>
                      <a:pt x="13950" y="9577"/>
                      <a:pt x="14097" y="9396"/>
                      <a:pt x="14233" y="9209"/>
                    </a:cubicBezTo>
                    <a:lnTo>
                      <a:pt x="502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9"/>
              <p:cNvSpPr/>
              <p:nvPr/>
            </p:nvSpPr>
            <p:spPr>
              <a:xfrm>
                <a:off x="6196400" y="1654100"/>
                <a:ext cx="127050" cy="124475"/>
              </a:xfrm>
              <a:custGeom>
                <a:avLst/>
                <a:gdLst/>
                <a:ahLst/>
                <a:cxnLst/>
                <a:rect l="l" t="t" r="r" b="b"/>
                <a:pathLst>
                  <a:path w="5082" h="4979" extrusionOk="0">
                    <a:moveTo>
                      <a:pt x="3903" y="0"/>
                    </a:moveTo>
                    <a:cubicBezTo>
                      <a:pt x="3627" y="0"/>
                      <a:pt x="3349" y="110"/>
                      <a:pt x="3143" y="315"/>
                    </a:cubicBezTo>
                    <a:lnTo>
                      <a:pt x="1" y="3459"/>
                    </a:lnTo>
                    <a:lnTo>
                      <a:pt x="1520" y="4979"/>
                    </a:lnTo>
                    <a:lnTo>
                      <a:pt x="4662" y="1836"/>
                    </a:lnTo>
                    <a:cubicBezTo>
                      <a:pt x="5081" y="1417"/>
                      <a:pt x="5081" y="734"/>
                      <a:pt x="4662" y="315"/>
                    </a:cubicBezTo>
                    <a:cubicBezTo>
                      <a:pt x="4451" y="110"/>
                      <a:pt x="4174" y="0"/>
                      <a:pt x="39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9"/>
              <p:cNvSpPr/>
              <p:nvPr/>
            </p:nvSpPr>
            <p:spPr>
              <a:xfrm>
                <a:off x="6329725" y="1787550"/>
                <a:ext cx="127025" cy="124350"/>
              </a:xfrm>
              <a:custGeom>
                <a:avLst/>
                <a:gdLst/>
                <a:ahLst/>
                <a:cxnLst/>
                <a:rect l="l" t="t" r="r" b="b"/>
                <a:pathLst>
                  <a:path w="5081" h="4974" extrusionOk="0">
                    <a:moveTo>
                      <a:pt x="3903" y="1"/>
                    </a:moveTo>
                    <a:cubicBezTo>
                      <a:pt x="3626" y="1"/>
                      <a:pt x="3356" y="104"/>
                      <a:pt x="3143" y="316"/>
                    </a:cubicBezTo>
                    <a:lnTo>
                      <a:pt x="0" y="3454"/>
                    </a:lnTo>
                    <a:lnTo>
                      <a:pt x="1520" y="4973"/>
                    </a:lnTo>
                    <a:lnTo>
                      <a:pt x="4662" y="1831"/>
                    </a:lnTo>
                    <a:cubicBezTo>
                      <a:pt x="5081" y="1412"/>
                      <a:pt x="5081" y="735"/>
                      <a:pt x="4662" y="316"/>
                    </a:cubicBezTo>
                    <a:cubicBezTo>
                      <a:pt x="4450" y="104"/>
                      <a:pt x="4180" y="1"/>
                      <a:pt x="39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5" name="Google Shape;135;p9"/>
          <p:cNvGrpSpPr/>
          <p:nvPr/>
        </p:nvGrpSpPr>
        <p:grpSpPr>
          <a:xfrm rot="5400000" flipH="1">
            <a:off x="-3516517" y="1822738"/>
            <a:ext cx="7589731" cy="1273934"/>
            <a:chOff x="-125" y="4147844"/>
            <a:chExt cx="9144255" cy="1584299"/>
          </a:xfrm>
        </p:grpSpPr>
        <p:sp>
          <p:nvSpPr>
            <p:cNvPr id="136" name="Google Shape;136;p9"/>
            <p:cNvSpPr/>
            <p:nvPr/>
          </p:nvSpPr>
          <p:spPr>
            <a:xfrm>
              <a:off x="-125" y="4147844"/>
              <a:ext cx="9144255" cy="691052"/>
            </a:xfrm>
            <a:custGeom>
              <a:avLst/>
              <a:gdLst/>
              <a:ahLst/>
              <a:cxnLst/>
              <a:rect l="l" t="t" r="r" b="b"/>
              <a:pathLst>
                <a:path w="285691" h="41705" extrusionOk="0">
                  <a:moveTo>
                    <a:pt x="0" y="1"/>
                  </a:moveTo>
                  <a:lnTo>
                    <a:pt x="0" y="4644"/>
                  </a:lnTo>
                  <a:cubicBezTo>
                    <a:pt x="16421" y="23354"/>
                    <a:pt x="33844" y="41704"/>
                    <a:pt x="57958" y="41704"/>
                  </a:cubicBezTo>
                  <a:cubicBezTo>
                    <a:pt x="60004" y="41704"/>
                    <a:pt x="62098" y="41572"/>
                    <a:pt x="64244" y="41297"/>
                  </a:cubicBezTo>
                  <a:cubicBezTo>
                    <a:pt x="76434" y="39727"/>
                    <a:pt x="85541" y="34227"/>
                    <a:pt x="96204" y="28125"/>
                  </a:cubicBezTo>
                  <a:cubicBezTo>
                    <a:pt x="108340" y="21186"/>
                    <a:pt x="119736" y="19087"/>
                    <a:pt x="133430" y="18863"/>
                  </a:cubicBezTo>
                  <a:cubicBezTo>
                    <a:pt x="134228" y="18850"/>
                    <a:pt x="135026" y="18844"/>
                    <a:pt x="135823" y="18844"/>
                  </a:cubicBezTo>
                  <a:cubicBezTo>
                    <a:pt x="166130" y="18844"/>
                    <a:pt x="195196" y="28031"/>
                    <a:pt x="225375" y="29385"/>
                  </a:cubicBezTo>
                  <a:cubicBezTo>
                    <a:pt x="227107" y="29462"/>
                    <a:pt x="228831" y="29500"/>
                    <a:pt x="230547" y="29500"/>
                  </a:cubicBezTo>
                  <a:cubicBezTo>
                    <a:pt x="249667" y="29500"/>
                    <a:pt x="267799" y="24862"/>
                    <a:pt x="285690" y="18994"/>
                  </a:cubicBezTo>
                  <a:lnTo>
                    <a:pt x="285690" y="14500"/>
                  </a:lnTo>
                  <a:cubicBezTo>
                    <a:pt x="267817" y="20521"/>
                    <a:pt x="249676" y="25280"/>
                    <a:pt x="230459" y="25280"/>
                  </a:cubicBezTo>
                  <a:cubicBezTo>
                    <a:pt x="228793" y="25280"/>
                    <a:pt x="227120" y="25244"/>
                    <a:pt x="225437" y="25171"/>
                  </a:cubicBezTo>
                  <a:cubicBezTo>
                    <a:pt x="195032" y="23828"/>
                    <a:pt x="165388" y="15731"/>
                    <a:pt x="134884" y="15731"/>
                  </a:cubicBezTo>
                  <a:cubicBezTo>
                    <a:pt x="134083" y="15731"/>
                    <a:pt x="133281" y="15737"/>
                    <a:pt x="132479" y="15748"/>
                  </a:cubicBezTo>
                  <a:cubicBezTo>
                    <a:pt x="119078" y="15940"/>
                    <a:pt x="107546" y="18001"/>
                    <a:pt x="95603" y="24636"/>
                  </a:cubicBezTo>
                  <a:cubicBezTo>
                    <a:pt x="85125" y="30453"/>
                    <a:pt x="76193" y="35542"/>
                    <a:pt x="64307" y="37082"/>
                  </a:cubicBezTo>
                  <a:cubicBezTo>
                    <a:pt x="62091" y="37369"/>
                    <a:pt x="59933" y="37506"/>
                    <a:pt x="57830" y="37506"/>
                  </a:cubicBezTo>
                  <a:cubicBezTo>
                    <a:pt x="33530" y="37506"/>
                    <a:pt x="16418" y="19166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9"/>
            <p:cNvSpPr/>
            <p:nvPr/>
          </p:nvSpPr>
          <p:spPr>
            <a:xfrm>
              <a:off x="-125" y="4329030"/>
              <a:ext cx="9144255" cy="659155"/>
            </a:xfrm>
            <a:custGeom>
              <a:avLst/>
              <a:gdLst/>
              <a:ahLst/>
              <a:cxnLst/>
              <a:rect l="l" t="t" r="r" b="b"/>
              <a:pathLst>
                <a:path w="285691" h="39780" extrusionOk="0">
                  <a:moveTo>
                    <a:pt x="0" y="1"/>
                  </a:moveTo>
                  <a:lnTo>
                    <a:pt x="0" y="5743"/>
                  </a:lnTo>
                  <a:cubicBezTo>
                    <a:pt x="16269" y="22788"/>
                    <a:pt x="33767" y="39779"/>
                    <a:pt x="56809" y="39779"/>
                  </a:cubicBezTo>
                  <a:cubicBezTo>
                    <a:pt x="58663" y="39779"/>
                    <a:pt x="60553" y="39669"/>
                    <a:pt x="62482" y="39441"/>
                  </a:cubicBezTo>
                  <a:cubicBezTo>
                    <a:pt x="76342" y="37796"/>
                    <a:pt x="86503" y="30969"/>
                    <a:pt x="98359" y="23738"/>
                  </a:cubicBezTo>
                  <a:cubicBezTo>
                    <a:pt x="111257" y="15866"/>
                    <a:pt x="123125" y="12384"/>
                    <a:pt x="137979" y="12161"/>
                  </a:cubicBezTo>
                  <a:cubicBezTo>
                    <a:pt x="138485" y="12153"/>
                    <a:pt x="138991" y="12150"/>
                    <a:pt x="139495" y="12150"/>
                  </a:cubicBezTo>
                  <a:cubicBezTo>
                    <a:pt x="171147" y="12150"/>
                    <a:pt x="200062" y="26865"/>
                    <a:pt x="231557" y="27666"/>
                  </a:cubicBezTo>
                  <a:cubicBezTo>
                    <a:pt x="232551" y="27691"/>
                    <a:pt x="233542" y="27703"/>
                    <a:pt x="234532" y="27703"/>
                  </a:cubicBezTo>
                  <a:cubicBezTo>
                    <a:pt x="252057" y="27703"/>
                    <a:pt x="268951" y="23824"/>
                    <a:pt x="285690" y="18865"/>
                  </a:cubicBezTo>
                  <a:lnTo>
                    <a:pt x="285690" y="13694"/>
                  </a:lnTo>
                  <a:cubicBezTo>
                    <a:pt x="268116" y="19184"/>
                    <a:pt x="250352" y="23518"/>
                    <a:pt x="231768" y="23518"/>
                  </a:cubicBezTo>
                  <a:cubicBezTo>
                    <a:pt x="229656" y="23518"/>
                    <a:pt x="227534" y="23462"/>
                    <a:pt x="225400" y="23346"/>
                  </a:cubicBezTo>
                  <a:cubicBezTo>
                    <a:pt x="195613" y="21713"/>
                    <a:pt x="167565" y="10597"/>
                    <a:pt x="137565" y="10597"/>
                  </a:cubicBezTo>
                  <a:cubicBezTo>
                    <a:pt x="136877" y="10597"/>
                    <a:pt x="136187" y="10603"/>
                    <a:pt x="135496" y="10615"/>
                  </a:cubicBezTo>
                  <a:cubicBezTo>
                    <a:pt x="121326" y="10858"/>
                    <a:pt x="109873" y="13341"/>
                    <a:pt x="97453" y="20770"/>
                  </a:cubicBezTo>
                  <a:cubicBezTo>
                    <a:pt x="86447" y="27350"/>
                    <a:pt x="76975" y="33519"/>
                    <a:pt x="64269" y="35257"/>
                  </a:cubicBezTo>
                  <a:cubicBezTo>
                    <a:pt x="62020" y="35564"/>
                    <a:pt x="59823" y="35711"/>
                    <a:pt x="57676" y="35711"/>
                  </a:cubicBezTo>
                  <a:cubicBezTo>
                    <a:pt x="34206" y="35711"/>
                    <a:pt x="16641" y="18163"/>
                    <a:pt x="286" y="312"/>
                  </a:cubicBezTo>
                  <a:cubicBezTo>
                    <a:pt x="192" y="212"/>
                    <a:pt x="92" y="106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9"/>
            <p:cNvSpPr/>
            <p:nvPr/>
          </p:nvSpPr>
          <p:spPr>
            <a:xfrm>
              <a:off x="-125" y="4577353"/>
              <a:ext cx="9144255" cy="713653"/>
            </a:xfrm>
            <a:custGeom>
              <a:avLst/>
              <a:gdLst/>
              <a:ahLst/>
              <a:cxnLst/>
              <a:rect l="l" t="t" r="r" b="b"/>
              <a:pathLst>
                <a:path w="285691" h="43069" extrusionOk="0">
                  <a:moveTo>
                    <a:pt x="149034" y="1"/>
                  </a:moveTo>
                  <a:cubicBezTo>
                    <a:pt x="148784" y="1"/>
                    <a:pt x="148533" y="2"/>
                    <a:pt x="148282" y="5"/>
                  </a:cubicBezTo>
                  <a:cubicBezTo>
                    <a:pt x="114361" y="439"/>
                    <a:pt x="95087" y="32425"/>
                    <a:pt x="63139" y="38036"/>
                  </a:cubicBezTo>
                  <a:cubicBezTo>
                    <a:pt x="59783" y="38625"/>
                    <a:pt x="56512" y="38903"/>
                    <a:pt x="53315" y="38903"/>
                  </a:cubicBezTo>
                  <a:cubicBezTo>
                    <a:pt x="33410" y="38903"/>
                    <a:pt x="16403" y="28137"/>
                    <a:pt x="0" y="14771"/>
                  </a:cubicBezTo>
                  <a:lnTo>
                    <a:pt x="0" y="21240"/>
                  </a:lnTo>
                  <a:cubicBezTo>
                    <a:pt x="16311" y="33281"/>
                    <a:pt x="33094" y="43069"/>
                    <a:pt x="52342" y="43069"/>
                  </a:cubicBezTo>
                  <a:cubicBezTo>
                    <a:pt x="55904" y="43069"/>
                    <a:pt x="59550" y="42733"/>
                    <a:pt x="63294" y="42015"/>
                  </a:cubicBezTo>
                  <a:cubicBezTo>
                    <a:pt x="96403" y="35659"/>
                    <a:pt x="116261" y="1035"/>
                    <a:pt x="151510" y="651"/>
                  </a:cubicBezTo>
                  <a:cubicBezTo>
                    <a:pt x="151699" y="648"/>
                    <a:pt x="151888" y="647"/>
                    <a:pt x="152076" y="647"/>
                  </a:cubicBezTo>
                  <a:cubicBezTo>
                    <a:pt x="181623" y="647"/>
                    <a:pt x="199893" y="25724"/>
                    <a:pt x="227952" y="29998"/>
                  </a:cubicBezTo>
                  <a:cubicBezTo>
                    <a:pt x="233835" y="30892"/>
                    <a:pt x="239732" y="31279"/>
                    <a:pt x="245639" y="31279"/>
                  </a:cubicBezTo>
                  <a:cubicBezTo>
                    <a:pt x="258953" y="31279"/>
                    <a:pt x="272319" y="29313"/>
                    <a:pt x="285690" y="26764"/>
                  </a:cubicBezTo>
                  <a:lnTo>
                    <a:pt x="285690" y="21377"/>
                  </a:lnTo>
                  <a:cubicBezTo>
                    <a:pt x="271332" y="24496"/>
                    <a:pt x="256956" y="26915"/>
                    <a:pt x="242516" y="26915"/>
                  </a:cubicBezTo>
                  <a:cubicBezTo>
                    <a:pt x="237617" y="26915"/>
                    <a:pt x="232711" y="26637"/>
                    <a:pt x="227796" y="26013"/>
                  </a:cubicBezTo>
                  <a:cubicBezTo>
                    <a:pt x="199390" y="22406"/>
                    <a:pt x="178541" y="1"/>
                    <a:pt x="1490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9"/>
            <p:cNvSpPr/>
            <p:nvPr/>
          </p:nvSpPr>
          <p:spPr>
            <a:xfrm>
              <a:off x="3184870" y="5270304"/>
              <a:ext cx="3269438" cy="461839"/>
            </a:xfrm>
            <a:custGeom>
              <a:avLst/>
              <a:gdLst/>
              <a:ahLst/>
              <a:cxnLst/>
              <a:rect l="l" t="t" r="r" b="b"/>
              <a:pathLst>
                <a:path w="102146" h="27872" extrusionOk="0">
                  <a:moveTo>
                    <a:pt x="39808" y="0"/>
                  </a:moveTo>
                  <a:cubicBezTo>
                    <a:pt x="39515" y="0"/>
                    <a:pt x="39220" y="3"/>
                    <a:pt x="38925" y="8"/>
                  </a:cubicBezTo>
                  <a:cubicBezTo>
                    <a:pt x="21309" y="294"/>
                    <a:pt x="10397" y="10678"/>
                    <a:pt x="0" y="22043"/>
                  </a:cubicBezTo>
                  <a:cubicBezTo>
                    <a:pt x="577" y="21608"/>
                    <a:pt x="1173" y="21187"/>
                    <a:pt x="1776" y="20803"/>
                  </a:cubicBezTo>
                  <a:cubicBezTo>
                    <a:pt x="9715" y="12155"/>
                    <a:pt x="18851" y="5235"/>
                    <a:pt x="32941" y="4955"/>
                  </a:cubicBezTo>
                  <a:cubicBezTo>
                    <a:pt x="33336" y="4947"/>
                    <a:pt x="33730" y="4943"/>
                    <a:pt x="34123" y="4943"/>
                  </a:cubicBezTo>
                  <a:cubicBezTo>
                    <a:pt x="55986" y="4943"/>
                    <a:pt x="73893" y="17201"/>
                    <a:pt x="92394" y="27871"/>
                  </a:cubicBezTo>
                  <a:lnTo>
                    <a:pt x="102146" y="27871"/>
                  </a:lnTo>
                  <a:cubicBezTo>
                    <a:pt x="82129" y="16288"/>
                    <a:pt x="63971" y="0"/>
                    <a:pt x="398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9"/>
            <p:cNvSpPr/>
            <p:nvPr/>
          </p:nvSpPr>
          <p:spPr>
            <a:xfrm>
              <a:off x="2414202" y="4922635"/>
              <a:ext cx="6729801" cy="809362"/>
            </a:xfrm>
            <a:custGeom>
              <a:avLst/>
              <a:gdLst/>
              <a:ahLst/>
              <a:cxnLst/>
              <a:rect l="l" t="t" r="r" b="b"/>
              <a:pathLst>
                <a:path w="210257" h="48845" extrusionOk="0">
                  <a:moveTo>
                    <a:pt x="84413" y="1"/>
                  </a:moveTo>
                  <a:cubicBezTo>
                    <a:pt x="84359" y="1"/>
                    <a:pt x="84306" y="1"/>
                    <a:pt x="84252" y="1"/>
                  </a:cubicBezTo>
                  <a:cubicBezTo>
                    <a:pt x="49230" y="138"/>
                    <a:pt x="29597" y="35201"/>
                    <a:pt x="1" y="48844"/>
                  </a:cubicBezTo>
                  <a:lnTo>
                    <a:pt x="7220" y="48844"/>
                  </a:lnTo>
                  <a:cubicBezTo>
                    <a:pt x="31695" y="33463"/>
                    <a:pt x="49442" y="4786"/>
                    <a:pt x="80700" y="4625"/>
                  </a:cubicBezTo>
                  <a:cubicBezTo>
                    <a:pt x="80774" y="4625"/>
                    <a:pt x="80847" y="4625"/>
                    <a:pt x="80921" y="4625"/>
                  </a:cubicBezTo>
                  <a:cubicBezTo>
                    <a:pt x="113794" y="4625"/>
                    <a:pt x="125796" y="41834"/>
                    <a:pt x="156838" y="45841"/>
                  </a:cubicBezTo>
                  <a:cubicBezTo>
                    <a:pt x="165613" y="46974"/>
                    <a:pt x="174539" y="47411"/>
                    <a:pt x="183546" y="47411"/>
                  </a:cubicBezTo>
                  <a:cubicBezTo>
                    <a:pt x="192391" y="47411"/>
                    <a:pt x="201316" y="46990"/>
                    <a:pt x="210256" y="46394"/>
                  </a:cubicBezTo>
                  <a:lnTo>
                    <a:pt x="210256" y="42427"/>
                  </a:lnTo>
                  <a:cubicBezTo>
                    <a:pt x="201522" y="43029"/>
                    <a:pt x="192807" y="43452"/>
                    <a:pt x="184184" y="43452"/>
                  </a:cubicBezTo>
                  <a:cubicBezTo>
                    <a:pt x="174937" y="43452"/>
                    <a:pt x="165795" y="42966"/>
                    <a:pt x="156850" y="41694"/>
                  </a:cubicBezTo>
                  <a:cubicBezTo>
                    <a:pt x="126386" y="37363"/>
                    <a:pt x="116982" y="1"/>
                    <a:pt x="844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9"/>
            <p:cNvSpPr/>
            <p:nvPr/>
          </p:nvSpPr>
          <p:spPr>
            <a:xfrm>
              <a:off x="-125" y="4549753"/>
              <a:ext cx="9144255" cy="591184"/>
            </a:xfrm>
            <a:custGeom>
              <a:avLst/>
              <a:gdLst/>
              <a:ahLst/>
              <a:cxnLst/>
              <a:rect l="l" t="t" r="r" b="b"/>
              <a:pathLst>
                <a:path w="285691" h="35678" extrusionOk="0">
                  <a:moveTo>
                    <a:pt x="0" y="1"/>
                  </a:moveTo>
                  <a:lnTo>
                    <a:pt x="0" y="9076"/>
                  </a:lnTo>
                  <a:cubicBezTo>
                    <a:pt x="16395" y="23897"/>
                    <a:pt x="33568" y="35678"/>
                    <a:pt x="54128" y="35678"/>
                  </a:cubicBezTo>
                  <a:cubicBezTo>
                    <a:pt x="56360" y="35678"/>
                    <a:pt x="58632" y="35539"/>
                    <a:pt x="60947" y="35250"/>
                  </a:cubicBezTo>
                  <a:cubicBezTo>
                    <a:pt x="92139" y="31359"/>
                    <a:pt x="111803" y="1180"/>
                    <a:pt x="144397" y="863"/>
                  </a:cubicBezTo>
                  <a:cubicBezTo>
                    <a:pt x="144616" y="861"/>
                    <a:pt x="144835" y="860"/>
                    <a:pt x="145054" y="860"/>
                  </a:cubicBezTo>
                  <a:cubicBezTo>
                    <a:pt x="175436" y="860"/>
                    <a:pt x="199855" y="20848"/>
                    <a:pt x="229658" y="23128"/>
                  </a:cubicBezTo>
                  <a:cubicBezTo>
                    <a:pt x="232703" y="23362"/>
                    <a:pt x="235736" y="23471"/>
                    <a:pt x="238759" y="23471"/>
                  </a:cubicBezTo>
                  <a:cubicBezTo>
                    <a:pt x="254613" y="23471"/>
                    <a:pt x="270186" y="20467"/>
                    <a:pt x="285690" y="16636"/>
                  </a:cubicBezTo>
                  <a:lnTo>
                    <a:pt x="285690" y="11459"/>
                  </a:lnTo>
                  <a:cubicBezTo>
                    <a:pt x="269468" y="15848"/>
                    <a:pt x="253146" y="19296"/>
                    <a:pt x="236383" y="19296"/>
                  </a:cubicBezTo>
                  <a:cubicBezTo>
                    <a:pt x="234115" y="19296"/>
                    <a:pt x="231839" y="19233"/>
                    <a:pt x="229553" y="19100"/>
                  </a:cubicBezTo>
                  <a:cubicBezTo>
                    <a:pt x="199220" y="17340"/>
                    <a:pt x="172790" y="126"/>
                    <a:pt x="142067" y="126"/>
                  </a:cubicBezTo>
                  <a:cubicBezTo>
                    <a:pt x="141795" y="126"/>
                    <a:pt x="141523" y="127"/>
                    <a:pt x="141251" y="130"/>
                  </a:cubicBezTo>
                  <a:cubicBezTo>
                    <a:pt x="110065" y="441"/>
                    <a:pt x="90755" y="27933"/>
                    <a:pt x="60843" y="31216"/>
                  </a:cubicBezTo>
                  <a:cubicBezTo>
                    <a:pt x="59130" y="31404"/>
                    <a:pt x="57441" y="31495"/>
                    <a:pt x="55775" y="31495"/>
                  </a:cubicBezTo>
                  <a:cubicBezTo>
                    <a:pt x="33877" y="31495"/>
                    <a:pt x="15950" y="15817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9"/>
            <p:cNvSpPr/>
            <p:nvPr/>
          </p:nvSpPr>
          <p:spPr>
            <a:xfrm>
              <a:off x="-125" y="4601506"/>
              <a:ext cx="9144255" cy="841839"/>
            </a:xfrm>
            <a:custGeom>
              <a:avLst/>
              <a:gdLst/>
              <a:ahLst/>
              <a:cxnLst/>
              <a:rect l="l" t="t" r="r" b="b"/>
              <a:pathLst>
                <a:path w="285691" h="50805" extrusionOk="0">
                  <a:moveTo>
                    <a:pt x="155442" y="0"/>
                  </a:moveTo>
                  <a:cubicBezTo>
                    <a:pt x="155369" y="0"/>
                    <a:pt x="155296" y="1"/>
                    <a:pt x="155223" y="1"/>
                  </a:cubicBezTo>
                  <a:cubicBezTo>
                    <a:pt x="119413" y="168"/>
                    <a:pt x="98688" y="36672"/>
                    <a:pt x="65603" y="44816"/>
                  </a:cubicBezTo>
                  <a:cubicBezTo>
                    <a:pt x="60681" y="46027"/>
                    <a:pt x="55903" y="46579"/>
                    <a:pt x="51244" y="46579"/>
                  </a:cubicBezTo>
                  <a:cubicBezTo>
                    <a:pt x="32822" y="46579"/>
                    <a:pt x="16255" y="37962"/>
                    <a:pt x="0" y="27480"/>
                  </a:cubicBezTo>
                  <a:lnTo>
                    <a:pt x="0" y="33916"/>
                  </a:lnTo>
                  <a:cubicBezTo>
                    <a:pt x="16127" y="43157"/>
                    <a:pt x="32475" y="50804"/>
                    <a:pt x="50246" y="50804"/>
                  </a:cubicBezTo>
                  <a:cubicBezTo>
                    <a:pt x="55287" y="50804"/>
                    <a:pt x="60442" y="50189"/>
                    <a:pt x="65740" y="48820"/>
                  </a:cubicBezTo>
                  <a:cubicBezTo>
                    <a:pt x="99693" y="40043"/>
                    <a:pt x="121108" y="1285"/>
                    <a:pt x="157959" y="1179"/>
                  </a:cubicBezTo>
                  <a:cubicBezTo>
                    <a:pt x="157999" y="1179"/>
                    <a:pt x="158040" y="1179"/>
                    <a:pt x="158080" y="1179"/>
                  </a:cubicBezTo>
                  <a:cubicBezTo>
                    <a:pt x="187440" y="1179"/>
                    <a:pt x="199813" y="30523"/>
                    <a:pt x="226325" y="36920"/>
                  </a:cubicBezTo>
                  <a:cubicBezTo>
                    <a:pt x="235065" y="39030"/>
                    <a:pt x="244086" y="39853"/>
                    <a:pt x="253270" y="39853"/>
                  </a:cubicBezTo>
                  <a:cubicBezTo>
                    <a:pt x="263920" y="39853"/>
                    <a:pt x="274788" y="38746"/>
                    <a:pt x="285690" y="37256"/>
                  </a:cubicBezTo>
                  <a:lnTo>
                    <a:pt x="285690" y="31918"/>
                  </a:lnTo>
                  <a:cubicBezTo>
                    <a:pt x="273729" y="33846"/>
                    <a:pt x="261797" y="35303"/>
                    <a:pt x="250055" y="35303"/>
                  </a:cubicBezTo>
                  <a:cubicBezTo>
                    <a:pt x="241992" y="35303"/>
                    <a:pt x="234019" y="34616"/>
                    <a:pt x="226188" y="32924"/>
                  </a:cubicBezTo>
                  <a:cubicBezTo>
                    <a:pt x="199454" y="27140"/>
                    <a:pt x="184483" y="0"/>
                    <a:pt x="1554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9"/>
            <p:cNvSpPr/>
            <p:nvPr/>
          </p:nvSpPr>
          <p:spPr>
            <a:xfrm>
              <a:off x="-125" y="4765717"/>
              <a:ext cx="9144255" cy="966213"/>
            </a:xfrm>
            <a:custGeom>
              <a:avLst/>
              <a:gdLst/>
              <a:ahLst/>
              <a:cxnLst/>
              <a:rect l="l" t="t" r="r" b="b"/>
              <a:pathLst>
                <a:path w="285691" h="58311" extrusionOk="0">
                  <a:moveTo>
                    <a:pt x="163145" y="1"/>
                  </a:moveTo>
                  <a:cubicBezTo>
                    <a:pt x="163066" y="1"/>
                    <a:pt x="162986" y="1"/>
                    <a:pt x="162907" y="2"/>
                  </a:cubicBezTo>
                  <a:cubicBezTo>
                    <a:pt x="122945" y="237"/>
                    <a:pt x="100829" y="44860"/>
                    <a:pt x="63505" y="53276"/>
                  </a:cubicBezTo>
                  <a:cubicBezTo>
                    <a:pt x="58366" y="54436"/>
                    <a:pt x="53267" y="54953"/>
                    <a:pt x="48202" y="54953"/>
                  </a:cubicBezTo>
                  <a:cubicBezTo>
                    <a:pt x="31888" y="54953"/>
                    <a:pt x="15915" y="49588"/>
                    <a:pt x="0" y="43023"/>
                  </a:cubicBezTo>
                  <a:lnTo>
                    <a:pt x="0" y="47219"/>
                  </a:lnTo>
                  <a:cubicBezTo>
                    <a:pt x="12371" y="52277"/>
                    <a:pt x="24773" y="56604"/>
                    <a:pt x="37317" y="58310"/>
                  </a:cubicBezTo>
                  <a:lnTo>
                    <a:pt x="58887" y="58310"/>
                  </a:lnTo>
                  <a:cubicBezTo>
                    <a:pt x="60471" y="58075"/>
                    <a:pt x="62053" y="57783"/>
                    <a:pt x="63642" y="57430"/>
                  </a:cubicBezTo>
                  <a:cubicBezTo>
                    <a:pt x="100885" y="49093"/>
                    <a:pt x="122380" y="4371"/>
                    <a:pt x="162323" y="4197"/>
                  </a:cubicBezTo>
                  <a:cubicBezTo>
                    <a:pt x="162384" y="4196"/>
                    <a:pt x="162445" y="4196"/>
                    <a:pt x="162505" y="4196"/>
                  </a:cubicBezTo>
                  <a:cubicBezTo>
                    <a:pt x="195055" y="4196"/>
                    <a:pt x="201982" y="41914"/>
                    <a:pt x="232204" y="46251"/>
                  </a:cubicBezTo>
                  <a:cubicBezTo>
                    <a:pt x="241165" y="47537"/>
                    <a:pt x="250329" y="48028"/>
                    <a:pt x="259602" y="48028"/>
                  </a:cubicBezTo>
                  <a:cubicBezTo>
                    <a:pt x="268230" y="48028"/>
                    <a:pt x="276951" y="47603"/>
                    <a:pt x="285690" y="46996"/>
                  </a:cubicBezTo>
                  <a:lnTo>
                    <a:pt x="285690" y="42650"/>
                  </a:lnTo>
                  <a:cubicBezTo>
                    <a:pt x="276677" y="43265"/>
                    <a:pt x="267681" y="43703"/>
                    <a:pt x="258766" y="43703"/>
                  </a:cubicBezTo>
                  <a:cubicBezTo>
                    <a:pt x="249772" y="43703"/>
                    <a:pt x="240860" y="43257"/>
                    <a:pt x="232098" y="42098"/>
                  </a:cubicBezTo>
                  <a:cubicBezTo>
                    <a:pt x="201793" y="38097"/>
                    <a:pt x="195821" y="1"/>
                    <a:pt x="1631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9"/>
            <p:cNvSpPr/>
            <p:nvPr/>
          </p:nvSpPr>
          <p:spPr>
            <a:xfrm>
              <a:off x="-125" y="4659542"/>
              <a:ext cx="9144255" cy="934415"/>
            </a:xfrm>
            <a:custGeom>
              <a:avLst/>
              <a:gdLst/>
              <a:ahLst/>
              <a:cxnLst/>
              <a:rect l="l" t="t" r="r" b="b"/>
              <a:pathLst>
                <a:path w="285691" h="56392" extrusionOk="0">
                  <a:moveTo>
                    <a:pt x="160663" y="0"/>
                  </a:moveTo>
                  <a:cubicBezTo>
                    <a:pt x="160594" y="0"/>
                    <a:pt x="160524" y="0"/>
                    <a:pt x="160454" y="1"/>
                  </a:cubicBezTo>
                  <a:cubicBezTo>
                    <a:pt x="121759" y="181"/>
                    <a:pt x="99737" y="42197"/>
                    <a:pt x="63599" y="50514"/>
                  </a:cubicBezTo>
                  <a:cubicBezTo>
                    <a:pt x="58612" y="51660"/>
                    <a:pt x="53729" y="52176"/>
                    <a:pt x="48931" y="52176"/>
                  </a:cubicBezTo>
                  <a:cubicBezTo>
                    <a:pt x="31859" y="52176"/>
                    <a:pt x="15854" y="45645"/>
                    <a:pt x="0" y="37751"/>
                  </a:cubicBezTo>
                  <a:lnTo>
                    <a:pt x="0" y="43444"/>
                  </a:lnTo>
                  <a:cubicBezTo>
                    <a:pt x="15801" y="50536"/>
                    <a:pt x="31700" y="56392"/>
                    <a:pt x="48318" y="56392"/>
                  </a:cubicBezTo>
                  <a:cubicBezTo>
                    <a:pt x="53340" y="56392"/>
                    <a:pt x="58428" y="55857"/>
                    <a:pt x="63599" y="54660"/>
                  </a:cubicBezTo>
                  <a:cubicBezTo>
                    <a:pt x="100364" y="46144"/>
                    <a:pt x="122622" y="2626"/>
                    <a:pt x="162013" y="2453"/>
                  </a:cubicBezTo>
                  <a:cubicBezTo>
                    <a:pt x="162075" y="2453"/>
                    <a:pt x="162137" y="2452"/>
                    <a:pt x="162200" y="2452"/>
                  </a:cubicBezTo>
                  <a:cubicBezTo>
                    <a:pt x="194345" y="2452"/>
                    <a:pt x="202244" y="39281"/>
                    <a:pt x="232178" y="43500"/>
                  </a:cubicBezTo>
                  <a:cubicBezTo>
                    <a:pt x="240416" y="44662"/>
                    <a:pt x="248768" y="45116"/>
                    <a:pt x="257187" y="45116"/>
                  </a:cubicBezTo>
                  <a:cubicBezTo>
                    <a:pt x="266626" y="45116"/>
                    <a:pt x="276150" y="44545"/>
                    <a:pt x="285690" y="43761"/>
                  </a:cubicBezTo>
                  <a:lnTo>
                    <a:pt x="285690" y="38963"/>
                  </a:lnTo>
                  <a:cubicBezTo>
                    <a:pt x="275292" y="40006"/>
                    <a:pt x="264910" y="40784"/>
                    <a:pt x="254613" y="40784"/>
                  </a:cubicBezTo>
                  <a:cubicBezTo>
                    <a:pt x="247084" y="40784"/>
                    <a:pt x="239602" y="40368"/>
                    <a:pt x="232190" y="39335"/>
                  </a:cubicBezTo>
                  <a:cubicBezTo>
                    <a:pt x="202480" y="35198"/>
                    <a:pt x="192336" y="0"/>
                    <a:pt x="1606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9"/>
            <p:cNvSpPr/>
            <p:nvPr/>
          </p:nvSpPr>
          <p:spPr>
            <a:xfrm>
              <a:off x="2832230" y="5092913"/>
              <a:ext cx="4322229" cy="639155"/>
            </a:xfrm>
            <a:custGeom>
              <a:avLst/>
              <a:gdLst/>
              <a:ahLst/>
              <a:cxnLst/>
              <a:rect l="l" t="t" r="r" b="b"/>
              <a:pathLst>
                <a:path w="135038" h="38573" extrusionOk="0">
                  <a:moveTo>
                    <a:pt x="62560" y="1"/>
                  </a:moveTo>
                  <a:cubicBezTo>
                    <a:pt x="62435" y="1"/>
                    <a:pt x="62309" y="1"/>
                    <a:pt x="62184" y="2"/>
                  </a:cubicBezTo>
                  <a:cubicBezTo>
                    <a:pt x="34922" y="226"/>
                    <a:pt x="19504" y="22956"/>
                    <a:pt x="0" y="38572"/>
                  </a:cubicBezTo>
                  <a:lnTo>
                    <a:pt x="3315" y="38572"/>
                  </a:lnTo>
                  <a:cubicBezTo>
                    <a:pt x="19192" y="23657"/>
                    <a:pt x="32705" y="5148"/>
                    <a:pt x="56839" y="4862"/>
                  </a:cubicBezTo>
                  <a:cubicBezTo>
                    <a:pt x="57029" y="4859"/>
                    <a:pt x="57218" y="4858"/>
                    <a:pt x="57406" y="4858"/>
                  </a:cubicBezTo>
                  <a:cubicBezTo>
                    <a:pt x="84480" y="4858"/>
                    <a:pt x="101892" y="27237"/>
                    <a:pt x="124274" y="38572"/>
                  </a:cubicBezTo>
                  <a:lnTo>
                    <a:pt x="135037" y="38572"/>
                  </a:lnTo>
                  <a:cubicBezTo>
                    <a:pt x="108586" y="29987"/>
                    <a:pt x="92913" y="1"/>
                    <a:pt x="625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6" name="Google Shape;146;p9"/>
          <p:cNvSpPr/>
          <p:nvPr/>
        </p:nvSpPr>
        <p:spPr>
          <a:xfrm>
            <a:off x="2433834" y="4390554"/>
            <a:ext cx="255542" cy="435892"/>
          </a:xfrm>
          <a:custGeom>
            <a:avLst/>
            <a:gdLst/>
            <a:ahLst/>
            <a:cxnLst/>
            <a:rect l="l" t="t" r="r" b="b"/>
            <a:pathLst>
              <a:path w="13098" h="22342" extrusionOk="0">
                <a:moveTo>
                  <a:pt x="13098" y="0"/>
                </a:moveTo>
                <a:lnTo>
                  <a:pt x="7704" y="577"/>
                </a:lnTo>
                <a:lnTo>
                  <a:pt x="768" y="10400"/>
                </a:lnTo>
                <a:lnTo>
                  <a:pt x="5203" y="11168"/>
                </a:lnTo>
                <a:lnTo>
                  <a:pt x="0" y="22341"/>
                </a:lnTo>
                <a:lnTo>
                  <a:pt x="11752" y="7317"/>
                </a:lnTo>
                <a:lnTo>
                  <a:pt x="7514" y="6739"/>
                </a:lnTo>
                <a:lnTo>
                  <a:pt x="1309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9"/>
          <p:cNvSpPr/>
          <p:nvPr/>
        </p:nvSpPr>
        <p:spPr>
          <a:xfrm>
            <a:off x="2127484" y="4390554"/>
            <a:ext cx="255542" cy="435892"/>
          </a:xfrm>
          <a:custGeom>
            <a:avLst/>
            <a:gdLst/>
            <a:ahLst/>
            <a:cxnLst/>
            <a:rect l="l" t="t" r="r" b="b"/>
            <a:pathLst>
              <a:path w="13098" h="22342" extrusionOk="0">
                <a:moveTo>
                  <a:pt x="13098" y="0"/>
                </a:moveTo>
                <a:lnTo>
                  <a:pt x="7704" y="577"/>
                </a:lnTo>
                <a:lnTo>
                  <a:pt x="768" y="10400"/>
                </a:lnTo>
                <a:lnTo>
                  <a:pt x="5203" y="11168"/>
                </a:lnTo>
                <a:lnTo>
                  <a:pt x="0" y="22341"/>
                </a:lnTo>
                <a:lnTo>
                  <a:pt x="11752" y="7317"/>
                </a:lnTo>
                <a:lnTo>
                  <a:pt x="7514" y="6739"/>
                </a:lnTo>
                <a:lnTo>
                  <a:pt x="13098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9"/>
          <p:cNvSpPr/>
          <p:nvPr/>
        </p:nvSpPr>
        <p:spPr>
          <a:xfrm>
            <a:off x="1821134" y="4390554"/>
            <a:ext cx="255542" cy="435892"/>
          </a:xfrm>
          <a:custGeom>
            <a:avLst/>
            <a:gdLst/>
            <a:ahLst/>
            <a:cxnLst/>
            <a:rect l="l" t="t" r="r" b="b"/>
            <a:pathLst>
              <a:path w="13098" h="22342" extrusionOk="0">
                <a:moveTo>
                  <a:pt x="13098" y="0"/>
                </a:moveTo>
                <a:lnTo>
                  <a:pt x="7704" y="577"/>
                </a:lnTo>
                <a:lnTo>
                  <a:pt x="768" y="10400"/>
                </a:lnTo>
                <a:lnTo>
                  <a:pt x="5203" y="11168"/>
                </a:lnTo>
                <a:lnTo>
                  <a:pt x="0" y="22341"/>
                </a:lnTo>
                <a:lnTo>
                  <a:pt x="11752" y="7317"/>
                </a:lnTo>
                <a:lnTo>
                  <a:pt x="7514" y="6739"/>
                </a:lnTo>
                <a:lnTo>
                  <a:pt x="1309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2740184" y="4390554"/>
            <a:ext cx="255542" cy="435892"/>
          </a:xfrm>
          <a:custGeom>
            <a:avLst/>
            <a:gdLst/>
            <a:ahLst/>
            <a:cxnLst/>
            <a:rect l="l" t="t" r="r" b="b"/>
            <a:pathLst>
              <a:path w="13098" h="22342" extrusionOk="0">
                <a:moveTo>
                  <a:pt x="13098" y="0"/>
                </a:moveTo>
                <a:lnTo>
                  <a:pt x="7704" y="577"/>
                </a:lnTo>
                <a:lnTo>
                  <a:pt x="768" y="10400"/>
                </a:lnTo>
                <a:lnTo>
                  <a:pt x="5203" y="11168"/>
                </a:lnTo>
                <a:lnTo>
                  <a:pt x="0" y="22341"/>
                </a:lnTo>
                <a:lnTo>
                  <a:pt x="11752" y="7317"/>
                </a:lnTo>
                <a:lnTo>
                  <a:pt x="7514" y="6739"/>
                </a:lnTo>
                <a:lnTo>
                  <a:pt x="13098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"/>
          <p:cNvSpPr txBox="1">
            <a:spLocks noGrp="1"/>
          </p:cNvSpPr>
          <p:nvPr>
            <p:ph type="title"/>
          </p:nvPr>
        </p:nvSpPr>
        <p:spPr>
          <a:xfrm>
            <a:off x="3562350" y="3458454"/>
            <a:ext cx="4866600" cy="12291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 sz="3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152" name="Google Shape;152;p10"/>
          <p:cNvCxnSpPr>
            <a:stCxn id="153" idx="4"/>
          </p:cNvCxnSpPr>
          <p:nvPr/>
        </p:nvCxnSpPr>
        <p:spPr>
          <a:xfrm rot="-5400000" flipH="1">
            <a:off x="6174399" y="1618800"/>
            <a:ext cx="818700" cy="53199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54" name="Google Shape;154;p10"/>
          <p:cNvGrpSpPr/>
          <p:nvPr/>
        </p:nvGrpSpPr>
        <p:grpSpPr>
          <a:xfrm>
            <a:off x="3733296" y="3563764"/>
            <a:ext cx="382141" cy="382054"/>
            <a:chOff x="3733296" y="3676735"/>
            <a:chExt cx="382141" cy="382054"/>
          </a:xfrm>
        </p:grpSpPr>
        <p:grpSp>
          <p:nvGrpSpPr>
            <p:cNvPr id="155" name="Google Shape;155;p10"/>
            <p:cNvGrpSpPr/>
            <p:nvPr/>
          </p:nvGrpSpPr>
          <p:grpSpPr>
            <a:xfrm rot="-2699229">
              <a:off x="3787101" y="3734844"/>
              <a:ext cx="274531" cy="265837"/>
              <a:chOff x="6021400" y="1654100"/>
              <a:chExt cx="435350" cy="421375"/>
            </a:xfrm>
          </p:grpSpPr>
          <p:sp>
            <p:nvSpPr>
              <p:cNvPr id="156" name="Google Shape;156;p10"/>
              <p:cNvSpPr/>
              <p:nvPr/>
            </p:nvSpPr>
            <p:spPr>
              <a:xfrm>
                <a:off x="6021400" y="1731075"/>
                <a:ext cx="355825" cy="344400"/>
              </a:xfrm>
              <a:custGeom>
                <a:avLst/>
                <a:gdLst/>
                <a:ahLst/>
                <a:cxnLst/>
                <a:rect l="l" t="t" r="r" b="b"/>
                <a:pathLst>
                  <a:path w="14233" h="13776" extrusionOk="0">
                    <a:moveTo>
                      <a:pt x="5024" y="0"/>
                    </a:moveTo>
                    <a:cubicBezTo>
                      <a:pt x="4837" y="135"/>
                      <a:pt x="4656" y="283"/>
                      <a:pt x="4489" y="458"/>
                    </a:cubicBezTo>
                    <a:lnTo>
                      <a:pt x="1829" y="3110"/>
                    </a:lnTo>
                    <a:cubicBezTo>
                      <a:pt x="0" y="4940"/>
                      <a:pt x="0" y="7915"/>
                      <a:pt x="1829" y="9750"/>
                    </a:cubicBezTo>
                    <a:lnTo>
                      <a:pt x="4489" y="12404"/>
                    </a:lnTo>
                    <a:cubicBezTo>
                      <a:pt x="5402" y="13318"/>
                      <a:pt x="6600" y="13775"/>
                      <a:pt x="7806" y="13775"/>
                    </a:cubicBezTo>
                    <a:cubicBezTo>
                      <a:pt x="9004" y="13775"/>
                      <a:pt x="10208" y="13318"/>
                      <a:pt x="11121" y="12404"/>
                    </a:cubicBezTo>
                    <a:lnTo>
                      <a:pt x="13782" y="9750"/>
                    </a:lnTo>
                    <a:cubicBezTo>
                      <a:pt x="13950" y="9577"/>
                      <a:pt x="14097" y="9396"/>
                      <a:pt x="14233" y="9209"/>
                    </a:cubicBezTo>
                    <a:lnTo>
                      <a:pt x="502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0"/>
              <p:cNvSpPr/>
              <p:nvPr/>
            </p:nvSpPr>
            <p:spPr>
              <a:xfrm>
                <a:off x="6196400" y="1654100"/>
                <a:ext cx="127050" cy="124475"/>
              </a:xfrm>
              <a:custGeom>
                <a:avLst/>
                <a:gdLst/>
                <a:ahLst/>
                <a:cxnLst/>
                <a:rect l="l" t="t" r="r" b="b"/>
                <a:pathLst>
                  <a:path w="5082" h="4979" extrusionOk="0">
                    <a:moveTo>
                      <a:pt x="3903" y="0"/>
                    </a:moveTo>
                    <a:cubicBezTo>
                      <a:pt x="3627" y="0"/>
                      <a:pt x="3349" y="110"/>
                      <a:pt x="3143" y="315"/>
                    </a:cubicBezTo>
                    <a:lnTo>
                      <a:pt x="1" y="3459"/>
                    </a:lnTo>
                    <a:lnTo>
                      <a:pt x="1520" y="4979"/>
                    </a:lnTo>
                    <a:lnTo>
                      <a:pt x="4662" y="1836"/>
                    </a:lnTo>
                    <a:cubicBezTo>
                      <a:pt x="5081" y="1417"/>
                      <a:pt x="5081" y="734"/>
                      <a:pt x="4662" y="315"/>
                    </a:cubicBezTo>
                    <a:cubicBezTo>
                      <a:pt x="4451" y="110"/>
                      <a:pt x="4174" y="0"/>
                      <a:pt x="39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0"/>
              <p:cNvSpPr/>
              <p:nvPr/>
            </p:nvSpPr>
            <p:spPr>
              <a:xfrm>
                <a:off x="6329725" y="1787550"/>
                <a:ext cx="127025" cy="124350"/>
              </a:xfrm>
              <a:custGeom>
                <a:avLst/>
                <a:gdLst/>
                <a:ahLst/>
                <a:cxnLst/>
                <a:rect l="l" t="t" r="r" b="b"/>
                <a:pathLst>
                  <a:path w="5081" h="4974" extrusionOk="0">
                    <a:moveTo>
                      <a:pt x="3903" y="1"/>
                    </a:moveTo>
                    <a:cubicBezTo>
                      <a:pt x="3626" y="1"/>
                      <a:pt x="3356" y="104"/>
                      <a:pt x="3143" y="316"/>
                    </a:cubicBezTo>
                    <a:lnTo>
                      <a:pt x="0" y="3454"/>
                    </a:lnTo>
                    <a:lnTo>
                      <a:pt x="1520" y="4973"/>
                    </a:lnTo>
                    <a:lnTo>
                      <a:pt x="4662" y="1831"/>
                    </a:lnTo>
                    <a:cubicBezTo>
                      <a:pt x="5081" y="1412"/>
                      <a:pt x="5081" y="735"/>
                      <a:pt x="4662" y="316"/>
                    </a:cubicBezTo>
                    <a:cubicBezTo>
                      <a:pt x="4450" y="104"/>
                      <a:pt x="4180" y="1"/>
                      <a:pt x="39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" name="Google Shape;153;p10"/>
            <p:cNvSpPr/>
            <p:nvPr/>
          </p:nvSpPr>
          <p:spPr>
            <a:xfrm>
              <a:off x="3809199" y="3753172"/>
              <a:ext cx="229200" cy="2292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>
            <a:spLocks noGrp="1"/>
          </p:cNvSpPr>
          <p:nvPr>
            <p:ph type="title"/>
          </p:nvPr>
        </p:nvSpPr>
        <p:spPr>
          <a:xfrm>
            <a:off x="1453950" y="1606250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85" name="Google Shape;185;p13"/>
          <p:cNvSpPr txBox="1">
            <a:spLocks noGrp="1"/>
          </p:cNvSpPr>
          <p:nvPr>
            <p:ph type="title" idx="2" hasCustomPrompt="1"/>
          </p:nvPr>
        </p:nvSpPr>
        <p:spPr>
          <a:xfrm>
            <a:off x="1984500" y="1135950"/>
            <a:ext cx="12753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6" name="Google Shape;186;p13"/>
          <p:cNvSpPr txBox="1">
            <a:spLocks noGrp="1"/>
          </p:cNvSpPr>
          <p:nvPr>
            <p:ph type="subTitle" idx="1"/>
          </p:nvPr>
        </p:nvSpPr>
        <p:spPr>
          <a:xfrm>
            <a:off x="1453950" y="2163250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title" idx="3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13"/>
          <p:cNvSpPr txBox="1">
            <a:spLocks noGrp="1"/>
          </p:cNvSpPr>
          <p:nvPr>
            <p:ph type="title" idx="4"/>
          </p:nvPr>
        </p:nvSpPr>
        <p:spPr>
          <a:xfrm>
            <a:off x="5353650" y="1606250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title" idx="5" hasCustomPrompt="1"/>
          </p:nvPr>
        </p:nvSpPr>
        <p:spPr>
          <a:xfrm>
            <a:off x="5884200" y="1135950"/>
            <a:ext cx="12753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0" name="Google Shape;190;p13"/>
          <p:cNvSpPr txBox="1">
            <a:spLocks noGrp="1"/>
          </p:cNvSpPr>
          <p:nvPr>
            <p:ph type="subTitle" idx="6"/>
          </p:nvPr>
        </p:nvSpPr>
        <p:spPr>
          <a:xfrm>
            <a:off x="5353650" y="2163250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3"/>
          <p:cNvSpPr txBox="1">
            <a:spLocks noGrp="1"/>
          </p:cNvSpPr>
          <p:nvPr>
            <p:ph type="title" idx="7"/>
          </p:nvPr>
        </p:nvSpPr>
        <p:spPr>
          <a:xfrm>
            <a:off x="1453950" y="3383500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title" idx="8" hasCustomPrompt="1"/>
          </p:nvPr>
        </p:nvSpPr>
        <p:spPr>
          <a:xfrm>
            <a:off x="1984500" y="2913200"/>
            <a:ext cx="12753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3" name="Google Shape;193;p13"/>
          <p:cNvSpPr txBox="1">
            <a:spLocks noGrp="1"/>
          </p:cNvSpPr>
          <p:nvPr>
            <p:ph type="subTitle" idx="9"/>
          </p:nvPr>
        </p:nvSpPr>
        <p:spPr>
          <a:xfrm>
            <a:off x="1453950" y="3940500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3"/>
          <p:cNvSpPr txBox="1">
            <a:spLocks noGrp="1"/>
          </p:cNvSpPr>
          <p:nvPr>
            <p:ph type="title" idx="13"/>
          </p:nvPr>
        </p:nvSpPr>
        <p:spPr>
          <a:xfrm>
            <a:off x="5353650" y="3383500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95" name="Google Shape;195;p13"/>
          <p:cNvSpPr txBox="1">
            <a:spLocks noGrp="1"/>
          </p:cNvSpPr>
          <p:nvPr>
            <p:ph type="title" idx="14" hasCustomPrompt="1"/>
          </p:nvPr>
        </p:nvSpPr>
        <p:spPr>
          <a:xfrm>
            <a:off x="5884200" y="2913200"/>
            <a:ext cx="12753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6" name="Google Shape;196;p13"/>
          <p:cNvSpPr txBox="1">
            <a:spLocks noGrp="1"/>
          </p:cNvSpPr>
          <p:nvPr>
            <p:ph type="subTitle" idx="15"/>
          </p:nvPr>
        </p:nvSpPr>
        <p:spPr>
          <a:xfrm>
            <a:off x="5353650" y="3940500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97" name="Google Shape;197;p13"/>
          <p:cNvCxnSpPr>
            <a:stCxn id="198" idx="4"/>
          </p:cNvCxnSpPr>
          <p:nvPr/>
        </p:nvCxnSpPr>
        <p:spPr>
          <a:xfrm rot="5400000">
            <a:off x="-1318243" y="2652375"/>
            <a:ext cx="741900" cy="33276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99" name="Google Shape;199;p13"/>
          <p:cNvGrpSpPr/>
          <p:nvPr/>
        </p:nvGrpSpPr>
        <p:grpSpPr>
          <a:xfrm rot="2699229" flipH="1">
            <a:off x="577695" y="3688519"/>
            <a:ext cx="274531" cy="265837"/>
            <a:chOff x="6021400" y="1654100"/>
            <a:chExt cx="435350" cy="421375"/>
          </a:xfrm>
        </p:grpSpPr>
        <p:sp>
          <p:nvSpPr>
            <p:cNvPr id="200" name="Google Shape;200;p13"/>
            <p:cNvSpPr/>
            <p:nvPr/>
          </p:nvSpPr>
          <p:spPr>
            <a:xfrm>
              <a:off x="6021400" y="1731075"/>
              <a:ext cx="355825" cy="344400"/>
            </a:xfrm>
            <a:custGeom>
              <a:avLst/>
              <a:gdLst/>
              <a:ahLst/>
              <a:cxnLst/>
              <a:rect l="l" t="t" r="r" b="b"/>
              <a:pathLst>
                <a:path w="14233" h="13776" extrusionOk="0">
                  <a:moveTo>
                    <a:pt x="5024" y="0"/>
                  </a:moveTo>
                  <a:cubicBezTo>
                    <a:pt x="4837" y="135"/>
                    <a:pt x="4656" y="283"/>
                    <a:pt x="4489" y="458"/>
                  </a:cubicBezTo>
                  <a:lnTo>
                    <a:pt x="1829" y="3110"/>
                  </a:lnTo>
                  <a:cubicBezTo>
                    <a:pt x="0" y="4940"/>
                    <a:pt x="0" y="7915"/>
                    <a:pt x="1829" y="9750"/>
                  </a:cubicBezTo>
                  <a:lnTo>
                    <a:pt x="4489" y="12404"/>
                  </a:lnTo>
                  <a:cubicBezTo>
                    <a:pt x="5402" y="13318"/>
                    <a:pt x="6600" y="13775"/>
                    <a:pt x="7806" y="13775"/>
                  </a:cubicBezTo>
                  <a:cubicBezTo>
                    <a:pt x="9004" y="13775"/>
                    <a:pt x="10208" y="13318"/>
                    <a:pt x="11121" y="12404"/>
                  </a:cubicBezTo>
                  <a:lnTo>
                    <a:pt x="13782" y="9750"/>
                  </a:lnTo>
                  <a:cubicBezTo>
                    <a:pt x="13950" y="9577"/>
                    <a:pt x="14097" y="9396"/>
                    <a:pt x="14233" y="9209"/>
                  </a:cubicBezTo>
                  <a:lnTo>
                    <a:pt x="50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3"/>
            <p:cNvSpPr/>
            <p:nvPr/>
          </p:nvSpPr>
          <p:spPr>
            <a:xfrm>
              <a:off x="6196400" y="1654100"/>
              <a:ext cx="127050" cy="124475"/>
            </a:xfrm>
            <a:custGeom>
              <a:avLst/>
              <a:gdLst/>
              <a:ahLst/>
              <a:cxnLst/>
              <a:rect l="l" t="t" r="r" b="b"/>
              <a:pathLst>
                <a:path w="5082" h="4979" extrusionOk="0">
                  <a:moveTo>
                    <a:pt x="3903" y="0"/>
                  </a:moveTo>
                  <a:cubicBezTo>
                    <a:pt x="3627" y="0"/>
                    <a:pt x="3349" y="110"/>
                    <a:pt x="3143" y="315"/>
                  </a:cubicBezTo>
                  <a:lnTo>
                    <a:pt x="1" y="3459"/>
                  </a:lnTo>
                  <a:lnTo>
                    <a:pt x="1520" y="4979"/>
                  </a:lnTo>
                  <a:lnTo>
                    <a:pt x="4662" y="1836"/>
                  </a:lnTo>
                  <a:cubicBezTo>
                    <a:pt x="5081" y="1417"/>
                    <a:pt x="5081" y="734"/>
                    <a:pt x="4662" y="315"/>
                  </a:cubicBezTo>
                  <a:cubicBezTo>
                    <a:pt x="4451" y="110"/>
                    <a:pt x="4174" y="0"/>
                    <a:pt x="39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3"/>
            <p:cNvSpPr/>
            <p:nvPr/>
          </p:nvSpPr>
          <p:spPr>
            <a:xfrm>
              <a:off x="6329725" y="1787550"/>
              <a:ext cx="127025" cy="124350"/>
            </a:xfrm>
            <a:custGeom>
              <a:avLst/>
              <a:gdLst/>
              <a:ahLst/>
              <a:cxnLst/>
              <a:rect l="l" t="t" r="r" b="b"/>
              <a:pathLst>
                <a:path w="5081" h="4974" extrusionOk="0">
                  <a:moveTo>
                    <a:pt x="3903" y="1"/>
                  </a:moveTo>
                  <a:cubicBezTo>
                    <a:pt x="3626" y="1"/>
                    <a:pt x="3356" y="104"/>
                    <a:pt x="3143" y="316"/>
                  </a:cubicBezTo>
                  <a:lnTo>
                    <a:pt x="0" y="3454"/>
                  </a:lnTo>
                  <a:lnTo>
                    <a:pt x="1520" y="4973"/>
                  </a:lnTo>
                  <a:lnTo>
                    <a:pt x="4662" y="1831"/>
                  </a:lnTo>
                  <a:cubicBezTo>
                    <a:pt x="5081" y="1412"/>
                    <a:pt x="5081" y="735"/>
                    <a:pt x="4662" y="316"/>
                  </a:cubicBezTo>
                  <a:cubicBezTo>
                    <a:pt x="4450" y="104"/>
                    <a:pt x="4180" y="1"/>
                    <a:pt x="39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8" name="Google Shape;198;p13"/>
          <p:cNvSpPr/>
          <p:nvPr/>
        </p:nvSpPr>
        <p:spPr>
          <a:xfrm>
            <a:off x="668207" y="3857625"/>
            <a:ext cx="96600" cy="876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3" name="Google Shape;203;p13"/>
          <p:cNvCxnSpPr>
            <a:stCxn id="204" idx="4"/>
          </p:cNvCxnSpPr>
          <p:nvPr/>
        </p:nvCxnSpPr>
        <p:spPr>
          <a:xfrm rot="-5400000" flipH="1">
            <a:off x="9694000" y="2652038"/>
            <a:ext cx="770100" cy="33003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05" name="Google Shape;205;p13"/>
          <p:cNvGrpSpPr/>
          <p:nvPr/>
        </p:nvGrpSpPr>
        <p:grpSpPr>
          <a:xfrm rot="-2699229">
            <a:off x="8292957" y="3659944"/>
            <a:ext cx="274531" cy="265837"/>
            <a:chOff x="6021400" y="1654100"/>
            <a:chExt cx="435350" cy="421375"/>
          </a:xfrm>
        </p:grpSpPr>
        <p:sp>
          <p:nvSpPr>
            <p:cNvPr id="206" name="Google Shape;206;p13"/>
            <p:cNvSpPr/>
            <p:nvPr/>
          </p:nvSpPr>
          <p:spPr>
            <a:xfrm>
              <a:off x="6021400" y="1731075"/>
              <a:ext cx="355825" cy="344400"/>
            </a:xfrm>
            <a:custGeom>
              <a:avLst/>
              <a:gdLst/>
              <a:ahLst/>
              <a:cxnLst/>
              <a:rect l="l" t="t" r="r" b="b"/>
              <a:pathLst>
                <a:path w="14233" h="13776" extrusionOk="0">
                  <a:moveTo>
                    <a:pt x="5024" y="0"/>
                  </a:moveTo>
                  <a:cubicBezTo>
                    <a:pt x="4837" y="135"/>
                    <a:pt x="4656" y="283"/>
                    <a:pt x="4489" y="458"/>
                  </a:cubicBezTo>
                  <a:lnTo>
                    <a:pt x="1829" y="3110"/>
                  </a:lnTo>
                  <a:cubicBezTo>
                    <a:pt x="0" y="4940"/>
                    <a:pt x="0" y="7915"/>
                    <a:pt x="1829" y="9750"/>
                  </a:cubicBezTo>
                  <a:lnTo>
                    <a:pt x="4489" y="12404"/>
                  </a:lnTo>
                  <a:cubicBezTo>
                    <a:pt x="5402" y="13318"/>
                    <a:pt x="6600" y="13775"/>
                    <a:pt x="7806" y="13775"/>
                  </a:cubicBezTo>
                  <a:cubicBezTo>
                    <a:pt x="9004" y="13775"/>
                    <a:pt x="10208" y="13318"/>
                    <a:pt x="11121" y="12404"/>
                  </a:cubicBezTo>
                  <a:lnTo>
                    <a:pt x="13782" y="9750"/>
                  </a:lnTo>
                  <a:cubicBezTo>
                    <a:pt x="13950" y="9577"/>
                    <a:pt x="14097" y="9396"/>
                    <a:pt x="14233" y="9209"/>
                  </a:cubicBezTo>
                  <a:lnTo>
                    <a:pt x="50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3"/>
            <p:cNvSpPr/>
            <p:nvPr/>
          </p:nvSpPr>
          <p:spPr>
            <a:xfrm>
              <a:off x="6196400" y="1654100"/>
              <a:ext cx="127050" cy="124475"/>
            </a:xfrm>
            <a:custGeom>
              <a:avLst/>
              <a:gdLst/>
              <a:ahLst/>
              <a:cxnLst/>
              <a:rect l="l" t="t" r="r" b="b"/>
              <a:pathLst>
                <a:path w="5082" h="4979" extrusionOk="0">
                  <a:moveTo>
                    <a:pt x="3903" y="0"/>
                  </a:moveTo>
                  <a:cubicBezTo>
                    <a:pt x="3627" y="0"/>
                    <a:pt x="3349" y="110"/>
                    <a:pt x="3143" y="315"/>
                  </a:cubicBezTo>
                  <a:lnTo>
                    <a:pt x="1" y="3459"/>
                  </a:lnTo>
                  <a:lnTo>
                    <a:pt x="1520" y="4979"/>
                  </a:lnTo>
                  <a:lnTo>
                    <a:pt x="4662" y="1836"/>
                  </a:lnTo>
                  <a:cubicBezTo>
                    <a:pt x="5081" y="1417"/>
                    <a:pt x="5081" y="734"/>
                    <a:pt x="4662" y="315"/>
                  </a:cubicBezTo>
                  <a:cubicBezTo>
                    <a:pt x="4451" y="110"/>
                    <a:pt x="4174" y="0"/>
                    <a:pt x="39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3"/>
            <p:cNvSpPr/>
            <p:nvPr/>
          </p:nvSpPr>
          <p:spPr>
            <a:xfrm>
              <a:off x="6329725" y="1787550"/>
              <a:ext cx="127025" cy="124350"/>
            </a:xfrm>
            <a:custGeom>
              <a:avLst/>
              <a:gdLst/>
              <a:ahLst/>
              <a:cxnLst/>
              <a:rect l="l" t="t" r="r" b="b"/>
              <a:pathLst>
                <a:path w="5081" h="4974" extrusionOk="0">
                  <a:moveTo>
                    <a:pt x="3903" y="1"/>
                  </a:moveTo>
                  <a:cubicBezTo>
                    <a:pt x="3626" y="1"/>
                    <a:pt x="3356" y="104"/>
                    <a:pt x="3143" y="316"/>
                  </a:cubicBezTo>
                  <a:lnTo>
                    <a:pt x="0" y="3454"/>
                  </a:lnTo>
                  <a:lnTo>
                    <a:pt x="1520" y="4973"/>
                  </a:lnTo>
                  <a:lnTo>
                    <a:pt x="4662" y="1831"/>
                  </a:lnTo>
                  <a:cubicBezTo>
                    <a:pt x="5081" y="1412"/>
                    <a:pt x="5081" y="735"/>
                    <a:pt x="4662" y="316"/>
                  </a:cubicBezTo>
                  <a:cubicBezTo>
                    <a:pt x="4450" y="104"/>
                    <a:pt x="4180" y="1"/>
                    <a:pt x="39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9" name="Google Shape;209;p13"/>
          <p:cNvGrpSpPr/>
          <p:nvPr/>
        </p:nvGrpSpPr>
        <p:grpSpPr>
          <a:xfrm>
            <a:off x="4137879" y="4390554"/>
            <a:ext cx="868242" cy="435892"/>
            <a:chOff x="4036209" y="4390554"/>
            <a:chExt cx="868242" cy="435892"/>
          </a:xfrm>
        </p:grpSpPr>
        <p:sp>
          <p:nvSpPr>
            <p:cNvPr id="210" name="Google Shape;210;p13"/>
            <p:cNvSpPr/>
            <p:nvPr/>
          </p:nvSpPr>
          <p:spPr>
            <a:xfrm>
              <a:off x="4648909" y="4390554"/>
              <a:ext cx="255542" cy="435892"/>
            </a:xfrm>
            <a:custGeom>
              <a:avLst/>
              <a:gdLst/>
              <a:ahLst/>
              <a:cxnLst/>
              <a:rect l="l" t="t" r="r" b="b"/>
              <a:pathLst>
                <a:path w="13098" h="22342" extrusionOk="0">
                  <a:moveTo>
                    <a:pt x="13098" y="0"/>
                  </a:moveTo>
                  <a:lnTo>
                    <a:pt x="7704" y="577"/>
                  </a:lnTo>
                  <a:lnTo>
                    <a:pt x="768" y="10400"/>
                  </a:lnTo>
                  <a:lnTo>
                    <a:pt x="5203" y="11168"/>
                  </a:lnTo>
                  <a:lnTo>
                    <a:pt x="0" y="22341"/>
                  </a:lnTo>
                  <a:lnTo>
                    <a:pt x="11752" y="7317"/>
                  </a:lnTo>
                  <a:lnTo>
                    <a:pt x="7514" y="6739"/>
                  </a:lnTo>
                  <a:lnTo>
                    <a:pt x="1309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3"/>
            <p:cNvSpPr/>
            <p:nvPr/>
          </p:nvSpPr>
          <p:spPr>
            <a:xfrm>
              <a:off x="4342559" y="4390554"/>
              <a:ext cx="255542" cy="435892"/>
            </a:xfrm>
            <a:custGeom>
              <a:avLst/>
              <a:gdLst/>
              <a:ahLst/>
              <a:cxnLst/>
              <a:rect l="l" t="t" r="r" b="b"/>
              <a:pathLst>
                <a:path w="13098" h="22342" extrusionOk="0">
                  <a:moveTo>
                    <a:pt x="13098" y="0"/>
                  </a:moveTo>
                  <a:lnTo>
                    <a:pt x="7704" y="577"/>
                  </a:lnTo>
                  <a:lnTo>
                    <a:pt x="768" y="10400"/>
                  </a:lnTo>
                  <a:lnTo>
                    <a:pt x="5203" y="11168"/>
                  </a:lnTo>
                  <a:lnTo>
                    <a:pt x="0" y="22341"/>
                  </a:lnTo>
                  <a:lnTo>
                    <a:pt x="11752" y="7317"/>
                  </a:lnTo>
                  <a:lnTo>
                    <a:pt x="7514" y="6739"/>
                  </a:lnTo>
                  <a:lnTo>
                    <a:pt x="130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3"/>
            <p:cNvSpPr/>
            <p:nvPr/>
          </p:nvSpPr>
          <p:spPr>
            <a:xfrm>
              <a:off x="4036209" y="4390554"/>
              <a:ext cx="255542" cy="435892"/>
            </a:xfrm>
            <a:custGeom>
              <a:avLst/>
              <a:gdLst/>
              <a:ahLst/>
              <a:cxnLst/>
              <a:rect l="l" t="t" r="r" b="b"/>
              <a:pathLst>
                <a:path w="13098" h="22342" extrusionOk="0">
                  <a:moveTo>
                    <a:pt x="13098" y="0"/>
                  </a:moveTo>
                  <a:lnTo>
                    <a:pt x="7704" y="577"/>
                  </a:lnTo>
                  <a:lnTo>
                    <a:pt x="768" y="10400"/>
                  </a:lnTo>
                  <a:lnTo>
                    <a:pt x="5203" y="11168"/>
                  </a:lnTo>
                  <a:lnTo>
                    <a:pt x="0" y="22341"/>
                  </a:lnTo>
                  <a:lnTo>
                    <a:pt x="11752" y="7317"/>
                  </a:lnTo>
                  <a:lnTo>
                    <a:pt x="7514" y="6739"/>
                  </a:lnTo>
                  <a:lnTo>
                    <a:pt x="1309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4" name="Google Shape;204;p13"/>
          <p:cNvSpPr/>
          <p:nvPr/>
        </p:nvSpPr>
        <p:spPr>
          <a:xfrm>
            <a:off x="8333200" y="3725738"/>
            <a:ext cx="191400" cy="191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393" name="Google Shape;393;p23"/>
          <p:cNvCxnSpPr/>
          <p:nvPr/>
        </p:nvCxnSpPr>
        <p:spPr>
          <a:xfrm>
            <a:off x="-233825" y="4686785"/>
            <a:ext cx="59958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94" name="Google Shape;394;p23"/>
          <p:cNvGrpSpPr/>
          <p:nvPr/>
        </p:nvGrpSpPr>
        <p:grpSpPr>
          <a:xfrm>
            <a:off x="5888625" y="4390554"/>
            <a:ext cx="868242" cy="435892"/>
            <a:chOff x="5888625" y="4390554"/>
            <a:chExt cx="868242" cy="435892"/>
          </a:xfrm>
        </p:grpSpPr>
        <p:sp>
          <p:nvSpPr>
            <p:cNvPr id="395" name="Google Shape;395;p23"/>
            <p:cNvSpPr/>
            <p:nvPr/>
          </p:nvSpPr>
          <p:spPr>
            <a:xfrm>
              <a:off x="6501325" y="4390554"/>
              <a:ext cx="255542" cy="435892"/>
            </a:xfrm>
            <a:custGeom>
              <a:avLst/>
              <a:gdLst/>
              <a:ahLst/>
              <a:cxnLst/>
              <a:rect l="l" t="t" r="r" b="b"/>
              <a:pathLst>
                <a:path w="13098" h="22342" extrusionOk="0">
                  <a:moveTo>
                    <a:pt x="13098" y="0"/>
                  </a:moveTo>
                  <a:lnTo>
                    <a:pt x="7704" y="577"/>
                  </a:lnTo>
                  <a:lnTo>
                    <a:pt x="768" y="10400"/>
                  </a:lnTo>
                  <a:lnTo>
                    <a:pt x="5203" y="11168"/>
                  </a:lnTo>
                  <a:lnTo>
                    <a:pt x="0" y="22341"/>
                  </a:lnTo>
                  <a:lnTo>
                    <a:pt x="11752" y="7317"/>
                  </a:lnTo>
                  <a:lnTo>
                    <a:pt x="7514" y="6739"/>
                  </a:lnTo>
                  <a:lnTo>
                    <a:pt x="1309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3"/>
            <p:cNvSpPr/>
            <p:nvPr/>
          </p:nvSpPr>
          <p:spPr>
            <a:xfrm>
              <a:off x="6194975" y="4390554"/>
              <a:ext cx="255542" cy="435892"/>
            </a:xfrm>
            <a:custGeom>
              <a:avLst/>
              <a:gdLst/>
              <a:ahLst/>
              <a:cxnLst/>
              <a:rect l="l" t="t" r="r" b="b"/>
              <a:pathLst>
                <a:path w="13098" h="22342" extrusionOk="0">
                  <a:moveTo>
                    <a:pt x="13098" y="0"/>
                  </a:moveTo>
                  <a:lnTo>
                    <a:pt x="7704" y="577"/>
                  </a:lnTo>
                  <a:lnTo>
                    <a:pt x="768" y="10400"/>
                  </a:lnTo>
                  <a:lnTo>
                    <a:pt x="5203" y="11168"/>
                  </a:lnTo>
                  <a:lnTo>
                    <a:pt x="0" y="22341"/>
                  </a:lnTo>
                  <a:lnTo>
                    <a:pt x="11752" y="7317"/>
                  </a:lnTo>
                  <a:lnTo>
                    <a:pt x="7514" y="6739"/>
                  </a:lnTo>
                  <a:lnTo>
                    <a:pt x="130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3"/>
            <p:cNvSpPr/>
            <p:nvPr/>
          </p:nvSpPr>
          <p:spPr>
            <a:xfrm>
              <a:off x="5888625" y="4390554"/>
              <a:ext cx="255542" cy="435892"/>
            </a:xfrm>
            <a:custGeom>
              <a:avLst/>
              <a:gdLst/>
              <a:ahLst/>
              <a:cxnLst/>
              <a:rect l="l" t="t" r="r" b="b"/>
              <a:pathLst>
                <a:path w="13098" h="22342" extrusionOk="0">
                  <a:moveTo>
                    <a:pt x="13098" y="0"/>
                  </a:moveTo>
                  <a:lnTo>
                    <a:pt x="7704" y="577"/>
                  </a:lnTo>
                  <a:lnTo>
                    <a:pt x="768" y="10400"/>
                  </a:lnTo>
                  <a:lnTo>
                    <a:pt x="5203" y="11168"/>
                  </a:lnTo>
                  <a:lnTo>
                    <a:pt x="0" y="22341"/>
                  </a:lnTo>
                  <a:lnTo>
                    <a:pt x="11752" y="7317"/>
                  </a:lnTo>
                  <a:lnTo>
                    <a:pt x="7514" y="6739"/>
                  </a:lnTo>
                  <a:lnTo>
                    <a:pt x="1309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8" name="Google Shape;398;p23"/>
          <p:cNvGrpSpPr/>
          <p:nvPr/>
        </p:nvGrpSpPr>
        <p:grpSpPr>
          <a:xfrm>
            <a:off x="2865839" y="262867"/>
            <a:ext cx="6278161" cy="382141"/>
            <a:chOff x="2865839" y="262867"/>
            <a:chExt cx="6278161" cy="382141"/>
          </a:xfrm>
        </p:grpSpPr>
        <p:cxnSp>
          <p:nvCxnSpPr>
            <p:cNvPr id="399" name="Google Shape;399;p23"/>
            <p:cNvCxnSpPr/>
            <p:nvPr/>
          </p:nvCxnSpPr>
          <p:spPr>
            <a:xfrm>
              <a:off x="3148200" y="454400"/>
              <a:ext cx="5995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00" name="Google Shape;400;p23"/>
            <p:cNvGrpSpPr/>
            <p:nvPr/>
          </p:nvGrpSpPr>
          <p:grpSpPr>
            <a:xfrm rot="-2700771" flipH="1">
              <a:off x="2919601" y="321019"/>
              <a:ext cx="274531" cy="265837"/>
              <a:chOff x="6021400" y="1654100"/>
              <a:chExt cx="435350" cy="421375"/>
            </a:xfrm>
          </p:grpSpPr>
          <p:sp>
            <p:nvSpPr>
              <p:cNvPr id="401" name="Google Shape;401;p23"/>
              <p:cNvSpPr/>
              <p:nvPr/>
            </p:nvSpPr>
            <p:spPr>
              <a:xfrm>
                <a:off x="6021400" y="1731075"/>
                <a:ext cx="355825" cy="344400"/>
              </a:xfrm>
              <a:custGeom>
                <a:avLst/>
                <a:gdLst/>
                <a:ahLst/>
                <a:cxnLst/>
                <a:rect l="l" t="t" r="r" b="b"/>
                <a:pathLst>
                  <a:path w="14233" h="13776" extrusionOk="0">
                    <a:moveTo>
                      <a:pt x="5024" y="0"/>
                    </a:moveTo>
                    <a:cubicBezTo>
                      <a:pt x="4837" y="135"/>
                      <a:pt x="4656" y="283"/>
                      <a:pt x="4489" y="458"/>
                    </a:cubicBezTo>
                    <a:lnTo>
                      <a:pt x="1829" y="3110"/>
                    </a:lnTo>
                    <a:cubicBezTo>
                      <a:pt x="0" y="4940"/>
                      <a:pt x="0" y="7915"/>
                      <a:pt x="1829" y="9750"/>
                    </a:cubicBezTo>
                    <a:lnTo>
                      <a:pt x="4489" y="12404"/>
                    </a:lnTo>
                    <a:cubicBezTo>
                      <a:pt x="5402" y="13318"/>
                      <a:pt x="6600" y="13775"/>
                      <a:pt x="7806" y="13775"/>
                    </a:cubicBezTo>
                    <a:cubicBezTo>
                      <a:pt x="9004" y="13775"/>
                      <a:pt x="10208" y="13318"/>
                      <a:pt x="11121" y="12404"/>
                    </a:cubicBezTo>
                    <a:lnTo>
                      <a:pt x="13782" y="9750"/>
                    </a:lnTo>
                    <a:cubicBezTo>
                      <a:pt x="13950" y="9577"/>
                      <a:pt x="14097" y="9396"/>
                      <a:pt x="14233" y="9209"/>
                    </a:cubicBezTo>
                    <a:lnTo>
                      <a:pt x="502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23"/>
              <p:cNvSpPr/>
              <p:nvPr/>
            </p:nvSpPr>
            <p:spPr>
              <a:xfrm>
                <a:off x="6196400" y="1654100"/>
                <a:ext cx="127050" cy="124475"/>
              </a:xfrm>
              <a:custGeom>
                <a:avLst/>
                <a:gdLst/>
                <a:ahLst/>
                <a:cxnLst/>
                <a:rect l="l" t="t" r="r" b="b"/>
                <a:pathLst>
                  <a:path w="5082" h="4979" extrusionOk="0">
                    <a:moveTo>
                      <a:pt x="3903" y="0"/>
                    </a:moveTo>
                    <a:cubicBezTo>
                      <a:pt x="3627" y="0"/>
                      <a:pt x="3349" y="110"/>
                      <a:pt x="3143" y="315"/>
                    </a:cubicBezTo>
                    <a:lnTo>
                      <a:pt x="1" y="3459"/>
                    </a:lnTo>
                    <a:lnTo>
                      <a:pt x="1520" y="4979"/>
                    </a:lnTo>
                    <a:lnTo>
                      <a:pt x="4662" y="1836"/>
                    </a:lnTo>
                    <a:cubicBezTo>
                      <a:pt x="5081" y="1417"/>
                      <a:pt x="5081" y="734"/>
                      <a:pt x="4662" y="315"/>
                    </a:cubicBezTo>
                    <a:cubicBezTo>
                      <a:pt x="4451" y="110"/>
                      <a:pt x="4174" y="0"/>
                      <a:pt x="39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23"/>
              <p:cNvSpPr/>
              <p:nvPr/>
            </p:nvSpPr>
            <p:spPr>
              <a:xfrm>
                <a:off x="6329725" y="1787550"/>
                <a:ext cx="127025" cy="124350"/>
              </a:xfrm>
              <a:custGeom>
                <a:avLst/>
                <a:gdLst/>
                <a:ahLst/>
                <a:cxnLst/>
                <a:rect l="l" t="t" r="r" b="b"/>
                <a:pathLst>
                  <a:path w="5081" h="4974" extrusionOk="0">
                    <a:moveTo>
                      <a:pt x="3903" y="1"/>
                    </a:moveTo>
                    <a:cubicBezTo>
                      <a:pt x="3626" y="1"/>
                      <a:pt x="3356" y="104"/>
                      <a:pt x="3143" y="316"/>
                    </a:cubicBezTo>
                    <a:lnTo>
                      <a:pt x="0" y="3454"/>
                    </a:lnTo>
                    <a:lnTo>
                      <a:pt x="1520" y="4973"/>
                    </a:lnTo>
                    <a:lnTo>
                      <a:pt x="4662" y="1831"/>
                    </a:lnTo>
                    <a:cubicBezTo>
                      <a:pt x="5081" y="1412"/>
                      <a:pt x="5081" y="735"/>
                      <a:pt x="4662" y="316"/>
                    </a:cubicBezTo>
                    <a:cubicBezTo>
                      <a:pt x="4450" y="104"/>
                      <a:pt x="4180" y="1"/>
                      <a:pt x="39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7" name="Google Shape;467;p29"/>
          <p:cNvGrpSpPr/>
          <p:nvPr/>
        </p:nvGrpSpPr>
        <p:grpSpPr>
          <a:xfrm>
            <a:off x="4137879" y="4390554"/>
            <a:ext cx="868242" cy="435892"/>
            <a:chOff x="4036209" y="4390554"/>
            <a:chExt cx="868242" cy="435892"/>
          </a:xfrm>
        </p:grpSpPr>
        <p:sp>
          <p:nvSpPr>
            <p:cNvPr id="468" name="Google Shape;468;p29"/>
            <p:cNvSpPr/>
            <p:nvPr/>
          </p:nvSpPr>
          <p:spPr>
            <a:xfrm>
              <a:off x="4648909" y="4390554"/>
              <a:ext cx="255542" cy="435892"/>
            </a:xfrm>
            <a:custGeom>
              <a:avLst/>
              <a:gdLst/>
              <a:ahLst/>
              <a:cxnLst/>
              <a:rect l="l" t="t" r="r" b="b"/>
              <a:pathLst>
                <a:path w="13098" h="22342" extrusionOk="0">
                  <a:moveTo>
                    <a:pt x="13098" y="0"/>
                  </a:moveTo>
                  <a:lnTo>
                    <a:pt x="7704" y="577"/>
                  </a:lnTo>
                  <a:lnTo>
                    <a:pt x="768" y="10400"/>
                  </a:lnTo>
                  <a:lnTo>
                    <a:pt x="5203" y="11168"/>
                  </a:lnTo>
                  <a:lnTo>
                    <a:pt x="0" y="22341"/>
                  </a:lnTo>
                  <a:lnTo>
                    <a:pt x="11752" y="7317"/>
                  </a:lnTo>
                  <a:lnTo>
                    <a:pt x="7514" y="6739"/>
                  </a:lnTo>
                  <a:lnTo>
                    <a:pt x="1309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9"/>
            <p:cNvSpPr/>
            <p:nvPr/>
          </p:nvSpPr>
          <p:spPr>
            <a:xfrm>
              <a:off x="4342559" y="4390554"/>
              <a:ext cx="255542" cy="435892"/>
            </a:xfrm>
            <a:custGeom>
              <a:avLst/>
              <a:gdLst/>
              <a:ahLst/>
              <a:cxnLst/>
              <a:rect l="l" t="t" r="r" b="b"/>
              <a:pathLst>
                <a:path w="13098" h="22342" extrusionOk="0">
                  <a:moveTo>
                    <a:pt x="13098" y="0"/>
                  </a:moveTo>
                  <a:lnTo>
                    <a:pt x="7704" y="577"/>
                  </a:lnTo>
                  <a:lnTo>
                    <a:pt x="768" y="10400"/>
                  </a:lnTo>
                  <a:lnTo>
                    <a:pt x="5203" y="11168"/>
                  </a:lnTo>
                  <a:lnTo>
                    <a:pt x="0" y="22341"/>
                  </a:lnTo>
                  <a:lnTo>
                    <a:pt x="11752" y="7317"/>
                  </a:lnTo>
                  <a:lnTo>
                    <a:pt x="7514" y="6739"/>
                  </a:lnTo>
                  <a:lnTo>
                    <a:pt x="130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9"/>
            <p:cNvSpPr/>
            <p:nvPr/>
          </p:nvSpPr>
          <p:spPr>
            <a:xfrm>
              <a:off x="4036209" y="4390554"/>
              <a:ext cx="255542" cy="435892"/>
            </a:xfrm>
            <a:custGeom>
              <a:avLst/>
              <a:gdLst/>
              <a:ahLst/>
              <a:cxnLst/>
              <a:rect l="l" t="t" r="r" b="b"/>
              <a:pathLst>
                <a:path w="13098" h="22342" extrusionOk="0">
                  <a:moveTo>
                    <a:pt x="13098" y="0"/>
                  </a:moveTo>
                  <a:lnTo>
                    <a:pt x="7704" y="577"/>
                  </a:lnTo>
                  <a:lnTo>
                    <a:pt x="768" y="10400"/>
                  </a:lnTo>
                  <a:lnTo>
                    <a:pt x="5203" y="11168"/>
                  </a:lnTo>
                  <a:lnTo>
                    <a:pt x="0" y="22341"/>
                  </a:lnTo>
                  <a:lnTo>
                    <a:pt x="11752" y="7317"/>
                  </a:lnTo>
                  <a:lnTo>
                    <a:pt x="7514" y="6739"/>
                  </a:lnTo>
                  <a:lnTo>
                    <a:pt x="1309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1" name="Google Shape;471;p29"/>
          <p:cNvGrpSpPr/>
          <p:nvPr/>
        </p:nvGrpSpPr>
        <p:grpSpPr>
          <a:xfrm>
            <a:off x="-3410922" y="4496667"/>
            <a:ext cx="6301119" cy="382141"/>
            <a:chOff x="-233825" y="262867"/>
            <a:chExt cx="6301119" cy="382141"/>
          </a:xfrm>
        </p:grpSpPr>
        <p:cxnSp>
          <p:nvCxnSpPr>
            <p:cNvPr id="472" name="Google Shape;472;p29"/>
            <p:cNvCxnSpPr/>
            <p:nvPr/>
          </p:nvCxnSpPr>
          <p:spPr>
            <a:xfrm>
              <a:off x="-233825" y="454400"/>
              <a:ext cx="5995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73" name="Google Shape;473;p29"/>
            <p:cNvGrpSpPr/>
            <p:nvPr/>
          </p:nvGrpSpPr>
          <p:grpSpPr>
            <a:xfrm rot="2700771">
              <a:off x="5739001" y="321019"/>
              <a:ext cx="274531" cy="265837"/>
              <a:chOff x="6021400" y="1654100"/>
              <a:chExt cx="435350" cy="421375"/>
            </a:xfrm>
          </p:grpSpPr>
          <p:sp>
            <p:nvSpPr>
              <p:cNvPr id="474" name="Google Shape;474;p29"/>
              <p:cNvSpPr/>
              <p:nvPr/>
            </p:nvSpPr>
            <p:spPr>
              <a:xfrm>
                <a:off x="6021400" y="1731075"/>
                <a:ext cx="355825" cy="344400"/>
              </a:xfrm>
              <a:custGeom>
                <a:avLst/>
                <a:gdLst/>
                <a:ahLst/>
                <a:cxnLst/>
                <a:rect l="l" t="t" r="r" b="b"/>
                <a:pathLst>
                  <a:path w="14233" h="13776" extrusionOk="0">
                    <a:moveTo>
                      <a:pt x="5024" y="0"/>
                    </a:moveTo>
                    <a:cubicBezTo>
                      <a:pt x="4837" y="135"/>
                      <a:pt x="4656" y="283"/>
                      <a:pt x="4489" y="458"/>
                    </a:cubicBezTo>
                    <a:lnTo>
                      <a:pt x="1829" y="3110"/>
                    </a:lnTo>
                    <a:cubicBezTo>
                      <a:pt x="0" y="4940"/>
                      <a:pt x="0" y="7915"/>
                      <a:pt x="1829" y="9750"/>
                    </a:cubicBezTo>
                    <a:lnTo>
                      <a:pt x="4489" y="12404"/>
                    </a:lnTo>
                    <a:cubicBezTo>
                      <a:pt x="5402" y="13318"/>
                      <a:pt x="6600" y="13775"/>
                      <a:pt x="7806" y="13775"/>
                    </a:cubicBezTo>
                    <a:cubicBezTo>
                      <a:pt x="9004" y="13775"/>
                      <a:pt x="10208" y="13318"/>
                      <a:pt x="11121" y="12404"/>
                    </a:cubicBezTo>
                    <a:lnTo>
                      <a:pt x="13782" y="9750"/>
                    </a:lnTo>
                    <a:cubicBezTo>
                      <a:pt x="13950" y="9577"/>
                      <a:pt x="14097" y="9396"/>
                      <a:pt x="14233" y="9209"/>
                    </a:cubicBezTo>
                    <a:lnTo>
                      <a:pt x="502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29"/>
              <p:cNvSpPr/>
              <p:nvPr/>
            </p:nvSpPr>
            <p:spPr>
              <a:xfrm>
                <a:off x="6196400" y="1654100"/>
                <a:ext cx="127050" cy="124475"/>
              </a:xfrm>
              <a:custGeom>
                <a:avLst/>
                <a:gdLst/>
                <a:ahLst/>
                <a:cxnLst/>
                <a:rect l="l" t="t" r="r" b="b"/>
                <a:pathLst>
                  <a:path w="5082" h="4979" extrusionOk="0">
                    <a:moveTo>
                      <a:pt x="3903" y="0"/>
                    </a:moveTo>
                    <a:cubicBezTo>
                      <a:pt x="3627" y="0"/>
                      <a:pt x="3349" y="110"/>
                      <a:pt x="3143" y="315"/>
                    </a:cubicBezTo>
                    <a:lnTo>
                      <a:pt x="1" y="3459"/>
                    </a:lnTo>
                    <a:lnTo>
                      <a:pt x="1520" y="4979"/>
                    </a:lnTo>
                    <a:lnTo>
                      <a:pt x="4662" y="1836"/>
                    </a:lnTo>
                    <a:cubicBezTo>
                      <a:pt x="5081" y="1417"/>
                      <a:pt x="5081" y="734"/>
                      <a:pt x="4662" y="315"/>
                    </a:cubicBezTo>
                    <a:cubicBezTo>
                      <a:pt x="4451" y="110"/>
                      <a:pt x="4174" y="0"/>
                      <a:pt x="39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29"/>
              <p:cNvSpPr/>
              <p:nvPr/>
            </p:nvSpPr>
            <p:spPr>
              <a:xfrm>
                <a:off x="6329725" y="1787550"/>
                <a:ext cx="127025" cy="124350"/>
              </a:xfrm>
              <a:custGeom>
                <a:avLst/>
                <a:gdLst/>
                <a:ahLst/>
                <a:cxnLst/>
                <a:rect l="l" t="t" r="r" b="b"/>
                <a:pathLst>
                  <a:path w="5081" h="4974" extrusionOk="0">
                    <a:moveTo>
                      <a:pt x="3903" y="1"/>
                    </a:moveTo>
                    <a:cubicBezTo>
                      <a:pt x="3626" y="1"/>
                      <a:pt x="3356" y="104"/>
                      <a:pt x="3143" y="316"/>
                    </a:cubicBezTo>
                    <a:lnTo>
                      <a:pt x="0" y="3454"/>
                    </a:lnTo>
                    <a:lnTo>
                      <a:pt x="1520" y="4973"/>
                    </a:lnTo>
                    <a:lnTo>
                      <a:pt x="4662" y="1831"/>
                    </a:lnTo>
                    <a:cubicBezTo>
                      <a:pt x="5081" y="1412"/>
                      <a:pt x="5081" y="735"/>
                      <a:pt x="4662" y="316"/>
                    </a:cubicBezTo>
                    <a:cubicBezTo>
                      <a:pt x="4450" y="104"/>
                      <a:pt x="4180" y="1"/>
                      <a:pt x="39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77" name="Google Shape;477;p29"/>
          <p:cNvGrpSpPr/>
          <p:nvPr/>
        </p:nvGrpSpPr>
        <p:grpSpPr>
          <a:xfrm flipH="1">
            <a:off x="6253803" y="4496667"/>
            <a:ext cx="6301119" cy="382141"/>
            <a:chOff x="-233825" y="262867"/>
            <a:chExt cx="6301119" cy="382141"/>
          </a:xfrm>
        </p:grpSpPr>
        <p:cxnSp>
          <p:nvCxnSpPr>
            <p:cNvPr id="478" name="Google Shape;478;p29"/>
            <p:cNvCxnSpPr/>
            <p:nvPr/>
          </p:nvCxnSpPr>
          <p:spPr>
            <a:xfrm>
              <a:off x="-233825" y="454400"/>
              <a:ext cx="5995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79" name="Google Shape;479;p29"/>
            <p:cNvGrpSpPr/>
            <p:nvPr/>
          </p:nvGrpSpPr>
          <p:grpSpPr>
            <a:xfrm rot="2700771">
              <a:off x="5739001" y="321019"/>
              <a:ext cx="274531" cy="265837"/>
              <a:chOff x="6021400" y="1654100"/>
              <a:chExt cx="435350" cy="421375"/>
            </a:xfrm>
          </p:grpSpPr>
          <p:sp>
            <p:nvSpPr>
              <p:cNvPr id="480" name="Google Shape;480;p29"/>
              <p:cNvSpPr/>
              <p:nvPr/>
            </p:nvSpPr>
            <p:spPr>
              <a:xfrm>
                <a:off x="6021400" y="1731075"/>
                <a:ext cx="355825" cy="344400"/>
              </a:xfrm>
              <a:custGeom>
                <a:avLst/>
                <a:gdLst/>
                <a:ahLst/>
                <a:cxnLst/>
                <a:rect l="l" t="t" r="r" b="b"/>
                <a:pathLst>
                  <a:path w="14233" h="13776" extrusionOk="0">
                    <a:moveTo>
                      <a:pt x="5024" y="0"/>
                    </a:moveTo>
                    <a:cubicBezTo>
                      <a:pt x="4837" y="135"/>
                      <a:pt x="4656" y="283"/>
                      <a:pt x="4489" y="458"/>
                    </a:cubicBezTo>
                    <a:lnTo>
                      <a:pt x="1829" y="3110"/>
                    </a:lnTo>
                    <a:cubicBezTo>
                      <a:pt x="0" y="4940"/>
                      <a:pt x="0" y="7915"/>
                      <a:pt x="1829" y="9750"/>
                    </a:cubicBezTo>
                    <a:lnTo>
                      <a:pt x="4489" y="12404"/>
                    </a:lnTo>
                    <a:cubicBezTo>
                      <a:pt x="5402" y="13318"/>
                      <a:pt x="6600" y="13775"/>
                      <a:pt x="7806" y="13775"/>
                    </a:cubicBezTo>
                    <a:cubicBezTo>
                      <a:pt x="9004" y="13775"/>
                      <a:pt x="10208" y="13318"/>
                      <a:pt x="11121" y="12404"/>
                    </a:cubicBezTo>
                    <a:lnTo>
                      <a:pt x="13782" y="9750"/>
                    </a:lnTo>
                    <a:cubicBezTo>
                      <a:pt x="13950" y="9577"/>
                      <a:pt x="14097" y="9396"/>
                      <a:pt x="14233" y="9209"/>
                    </a:cubicBezTo>
                    <a:lnTo>
                      <a:pt x="502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29"/>
              <p:cNvSpPr/>
              <p:nvPr/>
            </p:nvSpPr>
            <p:spPr>
              <a:xfrm>
                <a:off x="6196400" y="1654100"/>
                <a:ext cx="127050" cy="124475"/>
              </a:xfrm>
              <a:custGeom>
                <a:avLst/>
                <a:gdLst/>
                <a:ahLst/>
                <a:cxnLst/>
                <a:rect l="l" t="t" r="r" b="b"/>
                <a:pathLst>
                  <a:path w="5082" h="4979" extrusionOk="0">
                    <a:moveTo>
                      <a:pt x="3903" y="0"/>
                    </a:moveTo>
                    <a:cubicBezTo>
                      <a:pt x="3627" y="0"/>
                      <a:pt x="3349" y="110"/>
                      <a:pt x="3143" y="315"/>
                    </a:cubicBezTo>
                    <a:lnTo>
                      <a:pt x="1" y="3459"/>
                    </a:lnTo>
                    <a:lnTo>
                      <a:pt x="1520" y="4979"/>
                    </a:lnTo>
                    <a:lnTo>
                      <a:pt x="4662" y="1836"/>
                    </a:lnTo>
                    <a:cubicBezTo>
                      <a:pt x="5081" y="1417"/>
                      <a:pt x="5081" y="734"/>
                      <a:pt x="4662" y="315"/>
                    </a:cubicBezTo>
                    <a:cubicBezTo>
                      <a:pt x="4451" y="110"/>
                      <a:pt x="4174" y="0"/>
                      <a:pt x="39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29"/>
              <p:cNvSpPr/>
              <p:nvPr/>
            </p:nvSpPr>
            <p:spPr>
              <a:xfrm>
                <a:off x="6329725" y="1787550"/>
                <a:ext cx="127025" cy="124350"/>
              </a:xfrm>
              <a:custGeom>
                <a:avLst/>
                <a:gdLst/>
                <a:ahLst/>
                <a:cxnLst/>
                <a:rect l="l" t="t" r="r" b="b"/>
                <a:pathLst>
                  <a:path w="5081" h="4974" extrusionOk="0">
                    <a:moveTo>
                      <a:pt x="3903" y="1"/>
                    </a:moveTo>
                    <a:cubicBezTo>
                      <a:pt x="3626" y="1"/>
                      <a:pt x="3356" y="104"/>
                      <a:pt x="3143" y="316"/>
                    </a:cubicBezTo>
                    <a:lnTo>
                      <a:pt x="0" y="3454"/>
                    </a:lnTo>
                    <a:lnTo>
                      <a:pt x="1520" y="4973"/>
                    </a:lnTo>
                    <a:lnTo>
                      <a:pt x="4662" y="1831"/>
                    </a:lnTo>
                    <a:cubicBezTo>
                      <a:pt x="5081" y="1412"/>
                      <a:pt x="5081" y="735"/>
                      <a:pt x="4662" y="316"/>
                    </a:cubicBezTo>
                    <a:cubicBezTo>
                      <a:pt x="4450" y="104"/>
                      <a:pt x="4180" y="1"/>
                      <a:pt x="39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ighteous"/>
              <a:buNone/>
              <a:defRPr sz="2800" b="1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useoModerno Black"/>
              <a:buNone/>
              <a:defRPr sz="2800">
                <a:solidFill>
                  <a:schemeClr val="lt1"/>
                </a:solidFill>
                <a:latin typeface="MuseoModerno Black"/>
                <a:ea typeface="MuseoModerno Black"/>
                <a:cs typeface="MuseoModerno Black"/>
                <a:sym typeface="MuseoModern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useoModerno Black"/>
              <a:buNone/>
              <a:defRPr sz="2800">
                <a:solidFill>
                  <a:schemeClr val="lt1"/>
                </a:solidFill>
                <a:latin typeface="MuseoModerno Black"/>
                <a:ea typeface="MuseoModerno Black"/>
                <a:cs typeface="MuseoModerno Black"/>
                <a:sym typeface="MuseoModern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useoModerno Black"/>
              <a:buNone/>
              <a:defRPr sz="2800">
                <a:solidFill>
                  <a:schemeClr val="lt1"/>
                </a:solidFill>
                <a:latin typeface="MuseoModerno Black"/>
                <a:ea typeface="MuseoModerno Black"/>
                <a:cs typeface="MuseoModerno Black"/>
                <a:sym typeface="MuseoModern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useoModerno Black"/>
              <a:buNone/>
              <a:defRPr sz="2800">
                <a:solidFill>
                  <a:schemeClr val="lt1"/>
                </a:solidFill>
                <a:latin typeface="MuseoModerno Black"/>
                <a:ea typeface="MuseoModerno Black"/>
                <a:cs typeface="MuseoModerno Black"/>
                <a:sym typeface="MuseoModern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useoModerno Black"/>
              <a:buNone/>
              <a:defRPr sz="2800">
                <a:solidFill>
                  <a:schemeClr val="lt1"/>
                </a:solidFill>
                <a:latin typeface="MuseoModerno Black"/>
                <a:ea typeface="MuseoModerno Black"/>
                <a:cs typeface="MuseoModerno Black"/>
                <a:sym typeface="MuseoModern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useoModerno Black"/>
              <a:buNone/>
              <a:defRPr sz="2800">
                <a:solidFill>
                  <a:schemeClr val="lt1"/>
                </a:solidFill>
                <a:latin typeface="MuseoModerno Black"/>
                <a:ea typeface="MuseoModerno Black"/>
                <a:cs typeface="MuseoModerno Black"/>
                <a:sym typeface="MuseoModern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useoModerno Black"/>
              <a:buNone/>
              <a:defRPr sz="2800">
                <a:solidFill>
                  <a:schemeClr val="lt1"/>
                </a:solidFill>
                <a:latin typeface="MuseoModerno Black"/>
                <a:ea typeface="MuseoModerno Black"/>
                <a:cs typeface="MuseoModerno Black"/>
                <a:sym typeface="MuseoModern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useoModerno Black"/>
              <a:buNone/>
              <a:defRPr sz="2800">
                <a:solidFill>
                  <a:schemeClr val="lt1"/>
                </a:solidFill>
                <a:latin typeface="MuseoModerno Black"/>
                <a:ea typeface="MuseoModerno Black"/>
                <a:cs typeface="MuseoModerno Black"/>
                <a:sym typeface="MuseoModerno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Char char="●"/>
              <a:defRPr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Char char="○"/>
              <a:defRPr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Char char="■"/>
              <a:defRPr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Char char="●"/>
              <a:defRPr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Char char="○"/>
              <a:defRPr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Char char="■"/>
              <a:defRPr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Char char="●"/>
              <a:defRPr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Char char="○"/>
              <a:defRPr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Jura"/>
              <a:buChar char="■"/>
              <a:defRPr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5" r:id="rId3"/>
    <p:sldLayoutId id="2147483656" r:id="rId4"/>
    <p:sldLayoutId id="2147483658" r:id="rId5"/>
    <p:sldLayoutId id="2147483659" r:id="rId6"/>
    <p:sldLayoutId id="2147483669" r:id="rId7"/>
    <p:sldLayoutId id="2147483674" r:id="rId8"/>
    <p:sldLayoutId id="2147483675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2"/>
          <p:cNvSpPr/>
          <p:nvPr/>
        </p:nvSpPr>
        <p:spPr>
          <a:xfrm>
            <a:off x="6563550" y="454400"/>
            <a:ext cx="1763700" cy="1909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32"/>
          <p:cNvSpPr/>
          <p:nvPr/>
        </p:nvSpPr>
        <p:spPr>
          <a:xfrm>
            <a:off x="6563600" y="2363825"/>
            <a:ext cx="1763700" cy="1909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4" name="Google Shape;494;p32"/>
          <p:cNvGrpSpPr/>
          <p:nvPr/>
        </p:nvGrpSpPr>
        <p:grpSpPr>
          <a:xfrm>
            <a:off x="6724809" y="2868241"/>
            <a:ext cx="1441194" cy="900348"/>
            <a:chOff x="6143426" y="2692674"/>
            <a:chExt cx="2079645" cy="1299203"/>
          </a:xfrm>
        </p:grpSpPr>
        <p:sp>
          <p:nvSpPr>
            <p:cNvPr id="495" name="Google Shape;495;p32"/>
            <p:cNvSpPr/>
            <p:nvPr/>
          </p:nvSpPr>
          <p:spPr>
            <a:xfrm>
              <a:off x="6794848" y="2692674"/>
              <a:ext cx="1332017" cy="122945"/>
            </a:xfrm>
            <a:custGeom>
              <a:avLst/>
              <a:gdLst/>
              <a:ahLst/>
              <a:cxnLst/>
              <a:rect l="l" t="t" r="r" b="b"/>
              <a:pathLst>
                <a:path w="127010" h="11723" extrusionOk="0">
                  <a:moveTo>
                    <a:pt x="56142" y="0"/>
                  </a:moveTo>
                  <a:cubicBezTo>
                    <a:pt x="41249" y="0"/>
                    <a:pt x="9788" y="295"/>
                    <a:pt x="1" y="3702"/>
                  </a:cubicBezTo>
                  <a:lnTo>
                    <a:pt x="120426" y="11722"/>
                  </a:lnTo>
                  <a:lnTo>
                    <a:pt x="127009" y="8870"/>
                  </a:lnTo>
                  <a:cubicBezTo>
                    <a:pt x="122552" y="1080"/>
                    <a:pt x="71035" y="0"/>
                    <a:pt x="561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2"/>
            <p:cNvSpPr/>
            <p:nvPr/>
          </p:nvSpPr>
          <p:spPr>
            <a:xfrm>
              <a:off x="8100660" y="3126490"/>
              <a:ext cx="95216" cy="89280"/>
            </a:xfrm>
            <a:custGeom>
              <a:avLst/>
              <a:gdLst/>
              <a:ahLst/>
              <a:cxnLst/>
              <a:rect l="l" t="t" r="r" b="b"/>
              <a:pathLst>
                <a:path w="9079" h="8513" extrusionOk="0">
                  <a:moveTo>
                    <a:pt x="0" y="1"/>
                  </a:moveTo>
                  <a:lnTo>
                    <a:pt x="0" y="8513"/>
                  </a:lnTo>
                  <a:lnTo>
                    <a:pt x="4822" y="8513"/>
                  </a:lnTo>
                  <a:cubicBezTo>
                    <a:pt x="7172" y="8513"/>
                    <a:pt x="9078" y="6607"/>
                    <a:pt x="9078" y="4257"/>
                  </a:cubicBezTo>
                  <a:cubicBezTo>
                    <a:pt x="9078" y="1906"/>
                    <a:pt x="7172" y="1"/>
                    <a:pt x="48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2"/>
            <p:cNvSpPr/>
            <p:nvPr/>
          </p:nvSpPr>
          <p:spPr>
            <a:xfrm>
              <a:off x="7996486" y="2742701"/>
              <a:ext cx="157176" cy="270724"/>
            </a:xfrm>
            <a:custGeom>
              <a:avLst/>
              <a:gdLst/>
              <a:ahLst/>
              <a:cxnLst/>
              <a:rect l="l" t="t" r="r" b="b"/>
              <a:pathLst>
                <a:path w="14987" h="25814" extrusionOk="0">
                  <a:moveTo>
                    <a:pt x="0" y="0"/>
                  </a:moveTo>
                  <a:lnTo>
                    <a:pt x="12769" y="25813"/>
                  </a:lnTo>
                  <a:lnTo>
                    <a:pt x="11862" y="10625"/>
                  </a:lnTo>
                  <a:cubicBezTo>
                    <a:pt x="14986" y="7224"/>
                    <a:pt x="14131" y="5238"/>
                    <a:pt x="12433" y="4100"/>
                  </a:cubicBezTo>
                  <a:cubicBezTo>
                    <a:pt x="10730" y="2968"/>
                    <a:pt x="1" y="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2"/>
            <p:cNvSpPr/>
            <p:nvPr/>
          </p:nvSpPr>
          <p:spPr>
            <a:xfrm>
              <a:off x="6910097" y="3585560"/>
              <a:ext cx="370167" cy="406317"/>
            </a:xfrm>
            <a:custGeom>
              <a:avLst/>
              <a:gdLst/>
              <a:ahLst/>
              <a:cxnLst/>
              <a:rect l="l" t="t" r="r" b="b"/>
              <a:pathLst>
                <a:path w="35296" h="38743" extrusionOk="0">
                  <a:moveTo>
                    <a:pt x="24161" y="0"/>
                  </a:moveTo>
                  <a:cubicBezTo>
                    <a:pt x="24154" y="0"/>
                    <a:pt x="24146" y="0"/>
                    <a:pt x="24138" y="0"/>
                  </a:cubicBezTo>
                  <a:cubicBezTo>
                    <a:pt x="24116" y="0"/>
                    <a:pt x="24098" y="6"/>
                    <a:pt x="24076" y="6"/>
                  </a:cubicBezTo>
                  <a:lnTo>
                    <a:pt x="24076" y="0"/>
                  </a:lnTo>
                  <a:lnTo>
                    <a:pt x="10868" y="117"/>
                  </a:lnTo>
                  <a:cubicBezTo>
                    <a:pt x="4828" y="139"/>
                    <a:pt x="1" y="8807"/>
                    <a:pt x="76" y="19473"/>
                  </a:cubicBezTo>
                  <a:cubicBezTo>
                    <a:pt x="156" y="30124"/>
                    <a:pt x="5103" y="38743"/>
                    <a:pt x="11127" y="38743"/>
                  </a:cubicBezTo>
                  <a:cubicBezTo>
                    <a:pt x="11136" y="38743"/>
                    <a:pt x="11144" y="38743"/>
                    <a:pt x="11152" y="38743"/>
                  </a:cubicBezTo>
                  <a:cubicBezTo>
                    <a:pt x="11232" y="38743"/>
                    <a:pt x="18087" y="38639"/>
                    <a:pt x="18168" y="38639"/>
                  </a:cubicBezTo>
                  <a:lnTo>
                    <a:pt x="24180" y="38617"/>
                  </a:lnTo>
                  <a:cubicBezTo>
                    <a:pt x="24266" y="38617"/>
                    <a:pt x="24346" y="38628"/>
                    <a:pt x="24428" y="38628"/>
                  </a:cubicBezTo>
                  <a:cubicBezTo>
                    <a:pt x="30462" y="38604"/>
                    <a:pt x="35295" y="29937"/>
                    <a:pt x="35215" y="19277"/>
                  </a:cubicBezTo>
                  <a:cubicBezTo>
                    <a:pt x="35134" y="8625"/>
                    <a:pt x="30192" y="0"/>
                    <a:pt x="24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2"/>
            <p:cNvSpPr/>
            <p:nvPr/>
          </p:nvSpPr>
          <p:spPr>
            <a:xfrm>
              <a:off x="6340794" y="3142484"/>
              <a:ext cx="264914" cy="148262"/>
            </a:xfrm>
            <a:custGeom>
              <a:avLst/>
              <a:gdLst/>
              <a:ahLst/>
              <a:cxnLst/>
              <a:rect l="l" t="t" r="r" b="b"/>
              <a:pathLst>
                <a:path w="25260" h="14137" extrusionOk="0">
                  <a:moveTo>
                    <a:pt x="6671" y="0"/>
                  </a:moveTo>
                  <a:cubicBezTo>
                    <a:pt x="2871" y="0"/>
                    <a:pt x="1" y="3447"/>
                    <a:pt x="694" y="7183"/>
                  </a:cubicBezTo>
                  <a:cubicBezTo>
                    <a:pt x="1155" y="9696"/>
                    <a:pt x="3143" y="11647"/>
                    <a:pt x="5659" y="12074"/>
                  </a:cubicBezTo>
                  <a:lnTo>
                    <a:pt x="17682" y="14102"/>
                  </a:lnTo>
                  <a:cubicBezTo>
                    <a:pt x="17834" y="14126"/>
                    <a:pt x="17983" y="14137"/>
                    <a:pt x="18140" y="14137"/>
                  </a:cubicBezTo>
                  <a:lnTo>
                    <a:pt x="21795" y="14137"/>
                  </a:lnTo>
                  <a:cubicBezTo>
                    <a:pt x="23954" y="14137"/>
                    <a:pt x="25259" y="11757"/>
                    <a:pt x="24105" y="9939"/>
                  </a:cubicBezTo>
                  <a:cubicBezTo>
                    <a:pt x="24001" y="9776"/>
                    <a:pt x="23885" y="9621"/>
                    <a:pt x="23746" y="9488"/>
                  </a:cubicBezTo>
                  <a:lnTo>
                    <a:pt x="16216" y="1818"/>
                  </a:lnTo>
                  <a:cubicBezTo>
                    <a:pt x="15073" y="658"/>
                    <a:pt x="13508" y="0"/>
                    <a:pt x="118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2"/>
            <p:cNvSpPr/>
            <p:nvPr/>
          </p:nvSpPr>
          <p:spPr>
            <a:xfrm>
              <a:off x="6307611" y="3585560"/>
              <a:ext cx="370156" cy="406317"/>
            </a:xfrm>
            <a:custGeom>
              <a:avLst/>
              <a:gdLst/>
              <a:ahLst/>
              <a:cxnLst/>
              <a:rect l="l" t="t" r="r" b="b"/>
              <a:pathLst>
                <a:path w="35295" h="38743" extrusionOk="0">
                  <a:moveTo>
                    <a:pt x="24168" y="0"/>
                  </a:moveTo>
                  <a:cubicBezTo>
                    <a:pt x="24160" y="0"/>
                    <a:pt x="24153" y="0"/>
                    <a:pt x="24145" y="0"/>
                  </a:cubicBezTo>
                  <a:lnTo>
                    <a:pt x="24138" y="0"/>
                  </a:lnTo>
                  <a:cubicBezTo>
                    <a:pt x="24116" y="0"/>
                    <a:pt x="24098" y="6"/>
                    <a:pt x="24076" y="6"/>
                  </a:cubicBezTo>
                  <a:lnTo>
                    <a:pt x="24076" y="0"/>
                  </a:lnTo>
                  <a:lnTo>
                    <a:pt x="10868" y="117"/>
                  </a:lnTo>
                  <a:cubicBezTo>
                    <a:pt x="4833" y="139"/>
                    <a:pt x="1" y="8807"/>
                    <a:pt x="81" y="19473"/>
                  </a:cubicBezTo>
                  <a:cubicBezTo>
                    <a:pt x="156" y="30124"/>
                    <a:pt x="5103" y="38743"/>
                    <a:pt x="11127" y="38743"/>
                  </a:cubicBezTo>
                  <a:cubicBezTo>
                    <a:pt x="11135" y="38743"/>
                    <a:pt x="11144" y="38743"/>
                    <a:pt x="11152" y="38743"/>
                  </a:cubicBezTo>
                  <a:cubicBezTo>
                    <a:pt x="11238" y="38743"/>
                    <a:pt x="18093" y="38639"/>
                    <a:pt x="18173" y="38639"/>
                  </a:cubicBezTo>
                  <a:lnTo>
                    <a:pt x="24185" y="38617"/>
                  </a:lnTo>
                  <a:cubicBezTo>
                    <a:pt x="24266" y="38617"/>
                    <a:pt x="24346" y="38628"/>
                    <a:pt x="24428" y="38628"/>
                  </a:cubicBezTo>
                  <a:cubicBezTo>
                    <a:pt x="30462" y="38604"/>
                    <a:pt x="35295" y="29937"/>
                    <a:pt x="35214" y="19277"/>
                  </a:cubicBezTo>
                  <a:cubicBezTo>
                    <a:pt x="35140" y="8625"/>
                    <a:pt x="30192" y="0"/>
                    <a:pt x="241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2"/>
            <p:cNvSpPr/>
            <p:nvPr/>
          </p:nvSpPr>
          <p:spPr>
            <a:xfrm>
              <a:off x="6143426" y="3169490"/>
              <a:ext cx="1640591" cy="680544"/>
            </a:xfrm>
            <a:custGeom>
              <a:avLst/>
              <a:gdLst/>
              <a:ahLst/>
              <a:cxnLst/>
              <a:rect l="l" t="t" r="r" b="b"/>
              <a:pathLst>
                <a:path w="156433" h="64891" extrusionOk="0">
                  <a:moveTo>
                    <a:pt x="51580" y="0"/>
                  </a:moveTo>
                  <a:lnTo>
                    <a:pt x="26506" y="8449"/>
                  </a:lnTo>
                  <a:cubicBezTo>
                    <a:pt x="26506" y="8449"/>
                    <a:pt x="13097" y="14928"/>
                    <a:pt x="6802" y="23995"/>
                  </a:cubicBezTo>
                  <a:cubicBezTo>
                    <a:pt x="2471" y="30231"/>
                    <a:pt x="0" y="32443"/>
                    <a:pt x="1484" y="53891"/>
                  </a:cubicBezTo>
                  <a:cubicBezTo>
                    <a:pt x="1836" y="58990"/>
                    <a:pt x="4435" y="64891"/>
                    <a:pt x="13097" y="64891"/>
                  </a:cubicBezTo>
                  <a:lnTo>
                    <a:pt x="81528" y="64891"/>
                  </a:lnTo>
                  <a:lnTo>
                    <a:pt x="135001" y="29677"/>
                  </a:lnTo>
                  <a:lnTo>
                    <a:pt x="15643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2"/>
            <p:cNvSpPr/>
            <p:nvPr/>
          </p:nvSpPr>
          <p:spPr>
            <a:xfrm>
              <a:off x="6421465" y="2721127"/>
              <a:ext cx="1068645" cy="536960"/>
            </a:xfrm>
            <a:custGeom>
              <a:avLst/>
              <a:gdLst/>
              <a:ahLst/>
              <a:cxnLst/>
              <a:rect l="l" t="t" r="r" b="b"/>
              <a:pathLst>
                <a:path w="101897" h="51200" extrusionOk="0">
                  <a:moveTo>
                    <a:pt x="101896" y="1"/>
                  </a:moveTo>
                  <a:lnTo>
                    <a:pt x="39153" y="1035"/>
                  </a:lnTo>
                  <a:cubicBezTo>
                    <a:pt x="39126" y="1034"/>
                    <a:pt x="39099" y="1034"/>
                    <a:pt x="39072" y="1034"/>
                  </a:cubicBezTo>
                  <a:cubicBezTo>
                    <a:pt x="33484" y="1034"/>
                    <a:pt x="28313" y="4003"/>
                    <a:pt x="25496" y="8836"/>
                  </a:cubicBezTo>
                  <a:lnTo>
                    <a:pt x="1" y="51200"/>
                  </a:lnTo>
                  <a:lnTo>
                    <a:pt x="76886" y="51200"/>
                  </a:lnTo>
                  <a:lnTo>
                    <a:pt x="98864" y="9321"/>
                  </a:lnTo>
                  <a:lnTo>
                    <a:pt x="10189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2"/>
            <p:cNvSpPr/>
            <p:nvPr/>
          </p:nvSpPr>
          <p:spPr>
            <a:xfrm>
              <a:off x="6524056" y="2770137"/>
              <a:ext cx="873074" cy="446526"/>
            </a:xfrm>
            <a:custGeom>
              <a:avLst/>
              <a:gdLst/>
              <a:ahLst/>
              <a:cxnLst/>
              <a:rect l="l" t="t" r="r" b="b"/>
              <a:pathLst>
                <a:path w="83249" h="42577" extrusionOk="0">
                  <a:moveTo>
                    <a:pt x="78412" y="1"/>
                  </a:moveTo>
                  <a:cubicBezTo>
                    <a:pt x="77705" y="1"/>
                    <a:pt x="77036" y="74"/>
                    <a:pt x="76603" y="74"/>
                  </a:cubicBezTo>
                  <a:lnTo>
                    <a:pt x="26911" y="74"/>
                  </a:lnTo>
                  <a:cubicBezTo>
                    <a:pt x="23118" y="74"/>
                    <a:pt x="22418" y="2633"/>
                    <a:pt x="17308" y="9442"/>
                  </a:cubicBezTo>
                  <a:lnTo>
                    <a:pt x="1" y="42577"/>
                  </a:lnTo>
                  <a:lnTo>
                    <a:pt x="64961" y="42577"/>
                  </a:lnTo>
                  <a:lnTo>
                    <a:pt x="80039" y="6814"/>
                  </a:lnTo>
                  <a:cubicBezTo>
                    <a:pt x="83248" y="733"/>
                    <a:pt x="80642" y="1"/>
                    <a:pt x="78412" y="1"/>
                  </a:cubicBezTo>
                  <a:close/>
                </a:path>
              </a:pathLst>
            </a:custGeom>
            <a:solidFill>
              <a:srgbClr val="131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2"/>
            <p:cNvSpPr/>
            <p:nvPr/>
          </p:nvSpPr>
          <p:spPr>
            <a:xfrm>
              <a:off x="7227811" y="2720540"/>
              <a:ext cx="941274" cy="722809"/>
            </a:xfrm>
            <a:custGeom>
              <a:avLst/>
              <a:gdLst/>
              <a:ahLst/>
              <a:cxnLst/>
              <a:rect l="l" t="t" r="r" b="b"/>
              <a:pathLst>
                <a:path w="89752" h="68921" extrusionOk="0">
                  <a:moveTo>
                    <a:pt x="24204" y="0"/>
                  </a:moveTo>
                  <a:cubicBezTo>
                    <a:pt x="21974" y="0"/>
                    <a:pt x="23295" y="1965"/>
                    <a:pt x="22447" y="4896"/>
                  </a:cubicBezTo>
                  <a:lnTo>
                    <a:pt x="1" y="51256"/>
                  </a:lnTo>
                  <a:lnTo>
                    <a:pt x="20923" y="68921"/>
                  </a:lnTo>
                  <a:lnTo>
                    <a:pt x="79958" y="58238"/>
                  </a:lnTo>
                  <a:lnTo>
                    <a:pt x="89751" y="55160"/>
                  </a:lnTo>
                  <a:lnTo>
                    <a:pt x="84532" y="11485"/>
                  </a:lnTo>
                  <a:cubicBezTo>
                    <a:pt x="82101" y="5792"/>
                    <a:pt x="81107" y="2985"/>
                    <a:pt x="76926" y="2413"/>
                  </a:cubicBezTo>
                  <a:lnTo>
                    <a:pt x="25011" y="64"/>
                  </a:lnTo>
                  <a:cubicBezTo>
                    <a:pt x="24700" y="21"/>
                    <a:pt x="24433" y="0"/>
                    <a:pt x="242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2"/>
            <p:cNvSpPr/>
            <p:nvPr/>
          </p:nvSpPr>
          <p:spPr>
            <a:xfrm>
              <a:off x="7280753" y="2777090"/>
              <a:ext cx="819598" cy="612480"/>
            </a:xfrm>
            <a:custGeom>
              <a:avLst/>
              <a:gdLst/>
              <a:ahLst/>
              <a:cxnLst/>
              <a:rect l="l" t="t" r="r" b="b"/>
              <a:pathLst>
                <a:path w="78150" h="58401" extrusionOk="0">
                  <a:moveTo>
                    <a:pt x="27320" y="1"/>
                  </a:moveTo>
                  <a:cubicBezTo>
                    <a:pt x="21257" y="1"/>
                    <a:pt x="15784" y="3756"/>
                    <a:pt x="13634" y="9478"/>
                  </a:cubicBezTo>
                  <a:lnTo>
                    <a:pt x="0" y="45512"/>
                  </a:lnTo>
                  <a:lnTo>
                    <a:pt x="18785" y="58401"/>
                  </a:lnTo>
                  <a:lnTo>
                    <a:pt x="73010" y="48289"/>
                  </a:lnTo>
                  <a:lnTo>
                    <a:pt x="78149" y="44224"/>
                  </a:lnTo>
                  <a:lnTo>
                    <a:pt x="73871" y="17886"/>
                  </a:lnTo>
                  <a:cubicBezTo>
                    <a:pt x="73039" y="12804"/>
                    <a:pt x="70353" y="8403"/>
                    <a:pt x="66542" y="5354"/>
                  </a:cubicBezTo>
                  <a:cubicBezTo>
                    <a:pt x="64614" y="3790"/>
                    <a:pt x="62373" y="2594"/>
                    <a:pt x="59942" y="1844"/>
                  </a:cubicBezTo>
                  <a:cubicBezTo>
                    <a:pt x="58481" y="1370"/>
                    <a:pt x="56962" y="1075"/>
                    <a:pt x="55397" y="971"/>
                  </a:cubicBezTo>
                  <a:cubicBezTo>
                    <a:pt x="55235" y="943"/>
                    <a:pt x="55057" y="943"/>
                    <a:pt x="54883" y="930"/>
                  </a:cubicBezTo>
                  <a:lnTo>
                    <a:pt x="39199" y="394"/>
                  </a:lnTo>
                  <a:lnTo>
                    <a:pt x="39188" y="394"/>
                  </a:lnTo>
                  <a:lnTo>
                    <a:pt x="28042" y="19"/>
                  </a:lnTo>
                  <a:cubicBezTo>
                    <a:pt x="27800" y="7"/>
                    <a:pt x="27559" y="1"/>
                    <a:pt x="27320" y="1"/>
                  </a:cubicBezTo>
                  <a:close/>
                </a:path>
              </a:pathLst>
            </a:custGeom>
            <a:solidFill>
              <a:srgbClr val="131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2"/>
            <p:cNvSpPr/>
            <p:nvPr/>
          </p:nvSpPr>
          <p:spPr>
            <a:xfrm>
              <a:off x="7490119" y="2781222"/>
              <a:ext cx="371625" cy="547615"/>
            </a:xfrm>
            <a:custGeom>
              <a:avLst/>
              <a:gdLst/>
              <a:ahLst/>
              <a:cxnLst/>
              <a:rect l="l" t="t" r="r" b="b"/>
              <a:pathLst>
                <a:path w="35435" h="52216" extrusionOk="0">
                  <a:moveTo>
                    <a:pt x="19225" y="0"/>
                  </a:moveTo>
                  <a:lnTo>
                    <a:pt x="0" y="52215"/>
                  </a:lnTo>
                  <a:lnTo>
                    <a:pt x="16406" y="52215"/>
                  </a:lnTo>
                  <a:lnTo>
                    <a:pt x="35434" y="577"/>
                  </a:lnTo>
                  <a:cubicBezTo>
                    <a:pt x="35272" y="549"/>
                    <a:pt x="35094" y="549"/>
                    <a:pt x="34920" y="536"/>
                  </a:cubicBezTo>
                  <a:lnTo>
                    <a:pt x="1923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2"/>
            <p:cNvSpPr/>
            <p:nvPr/>
          </p:nvSpPr>
          <p:spPr>
            <a:xfrm>
              <a:off x="6864119" y="2770913"/>
              <a:ext cx="338148" cy="445750"/>
            </a:xfrm>
            <a:custGeom>
              <a:avLst/>
              <a:gdLst/>
              <a:ahLst/>
              <a:cxnLst/>
              <a:rect l="l" t="t" r="r" b="b"/>
              <a:pathLst>
                <a:path w="32243" h="42503" extrusionOk="0">
                  <a:moveTo>
                    <a:pt x="14975" y="0"/>
                  </a:moveTo>
                  <a:lnTo>
                    <a:pt x="1" y="42503"/>
                  </a:lnTo>
                  <a:lnTo>
                    <a:pt x="17256" y="42503"/>
                  </a:lnTo>
                  <a:lnTo>
                    <a:pt x="322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2"/>
            <p:cNvSpPr/>
            <p:nvPr/>
          </p:nvSpPr>
          <p:spPr>
            <a:xfrm>
              <a:off x="6685703" y="2770913"/>
              <a:ext cx="262974" cy="445750"/>
            </a:xfrm>
            <a:custGeom>
              <a:avLst/>
              <a:gdLst/>
              <a:ahLst/>
              <a:cxnLst/>
              <a:rect l="l" t="t" r="r" b="b"/>
              <a:pathLst>
                <a:path w="25075" h="42503" extrusionOk="0">
                  <a:moveTo>
                    <a:pt x="16314" y="0"/>
                  </a:moveTo>
                  <a:lnTo>
                    <a:pt x="1" y="42503"/>
                  </a:lnTo>
                  <a:lnTo>
                    <a:pt x="8750" y="42503"/>
                  </a:lnTo>
                  <a:lnTo>
                    <a:pt x="2507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2"/>
            <p:cNvSpPr/>
            <p:nvPr/>
          </p:nvSpPr>
          <p:spPr>
            <a:xfrm>
              <a:off x="7713287" y="2796419"/>
              <a:ext cx="265334" cy="532419"/>
            </a:xfrm>
            <a:custGeom>
              <a:avLst/>
              <a:gdLst/>
              <a:ahLst/>
              <a:cxnLst/>
              <a:rect l="l" t="t" r="r" b="b"/>
              <a:pathLst>
                <a:path w="25300" h="50767" extrusionOk="0">
                  <a:moveTo>
                    <a:pt x="18700" y="1"/>
                  </a:moveTo>
                  <a:lnTo>
                    <a:pt x="1" y="50766"/>
                  </a:lnTo>
                  <a:lnTo>
                    <a:pt x="7890" y="50766"/>
                  </a:lnTo>
                  <a:lnTo>
                    <a:pt x="25300" y="3511"/>
                  </a:lnTo>
                  <a:cubicBezTo>
                    <a:pt x="23372" y="1947"/>
                    <a:pt x="21131" y="751"/>
                    <a:pt x="187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2"/>
            <p:cNvSpPr/>
            <p:nvPr/>
          </p:nvSpPr>
          <p:spPr>
            <a:xfrm>
              <a:off x="7763145" y="3443346"/>
              <a:ext cx="436720" cy="406695"/>
            </a:xfrm>
            <a:custGeom>
              <a:avLst/>
              <a:gdLst/>
              <a:ahLst/>
              <a:cxnLst/>
              <a:rect l="l" t="t" r="r" b="b"/>
              <a:pathLst>
                <a:path w="41642" h="38779" extrusionOk="0">
                  <a:moveTo>
                    <a:pt x="20891" y="0"/>
                  </a:moveTo>
                  <a:cubicBezTo>
                    <a:pt x="1" y="0"/>
                    <a:pt x="7190" y="38779"/>
                    <a:pt x="7190" y="38779"/>
                  </a:cubicBezTo>
                  <a:lnTo>
                    <a:pt x="30484" y="38779"/>
                  </a:lnTo>
                  <a:lnTo>
                    <a:pt x="38153" y="32115"/>
                  </a:lnTo>
                  <a:cubicBezTo>
                    <a:pt x="38153" y="32115"/>
                    <a:pt x="41641" y="1988"/>
                    <a:pt x="22729" y="95"/>
                  </a:cubicBezTo>
                  <a:cubicBezTo>
                    <a:pt x="22093" y="31"/>
                    <a:pt x="21481" y="0"/>
                    <a:pt x="20891" y="0"/>
                  </a:cubicBezTo>
                  <a:close/>
                </a:path>
              </a:pathLst>
            </a:custGeom>
            <a:solidFill>
              <a:srgbClr val="131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2"/>
            <p:cNvSpPr/>
            <p:nvPr/>
          </p:nvSpPr>
          <p:spPr>
            <a:xfrm>
              <a:off x="6988231" y="3443346"/>
              <a:ext cx="545549" cy="406695"/>
            </a:xfrm>
            <a:custGeom>
              <a:avLst/>
              <a:gdLst/>
              <a:ahLst/>
              <a:cxnLst/>
              <a:rect l="l" t="t" r="r" b="b"/>
              <a:pathLst>
                <a:path w="52019" h="38779" extrusionOk="0">
                  <a:moveTo>
                    <a:pt x="26098" y="0"/>
                  </a:moveTo>
                  <a:cubicBezTo>
                    <a:pt x="1" y="0"/>
                    <a:pt x="8985" y="38779"/>
                    <a:pt x="8985" y="38779"/>
                  </a:cubicBezTo>
                  <a:lnTo>
                    <a:pt x="48213" y="38779"/>
                  </a:lnTo>
                  <a:cubicBezTo>
                    <a:pt x="48213" y="38779"/>
                    <a:pt x="52019" y="1988"/>
                    <a:pt x="28394" y="95"/>
                  </a:cubicBezTo>
                  <a:cubicBezTo>
                    <a:pt x="27600" y="31"/>
                    <a:pt x="26835" y="0"/>
                    <a:pt x="26098" y="0"/>
                  </a:cubicBezTo>
                  <a:close/>
                </a:path>
              </a:pathLst>
            </a:custGeom>
            <a:solidFill>
              <a:srgbClr val="131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2"/>
            <p:cNvSpPr/>
            <p:nvPr/>
          </p:nvSpPr>
          <p:spPr>
            <a:xfrm>
              <a:off x="7209888" y="3584291"/>
              <a:ext cx="230987" cy="405048"/>
            </a:xfrm>
            <a:custGeom>
              <a:avLst/>
              <a:gdLst/>
              <a:ahLst/>
              <a:cxnLst/>
              <a:rect l="l" t="t" r="r" b="b"/>
              <a:pathLst>
                <a:path w="22025" h="38622" extrusionOk="0">
                  <a:moveTo>
                    <a:pt x="10893" y="1"/>
                  </a:moveTo>
                  <a:cubicBezTo>
                    <a:pt x="10884" y="1"/>
                    <a:pt x="10876" y="1"/>
                    <a:pt x="10868" y="1"/>
                  </a:cubicBezTo>
                  <a:cubicBezTo>
                    <a:pt x="4833" y="18"/>
                    <a:pt x="1" y="8685"/>
                    <a:pt x="81" y="19351"/>
                  </a:cubicBezTo>
                  <a:cubicBezTo>
                    <a:pt x="156" y="30003"/>
                    <a:pt x="5103" y="38621"/>
                    <a:pt x="11133" y="38621"/>
                  </a:cubicBezTo>
                  <a:cubicBezTo>
                    <a:pt x="11141" y="38621"/>
                    <a:pt x="11149" y="38621"/>
                    <a:pt x="11157" y="38621"/>
                  </a:cubicBezTo>
                  <a:cubicBezTo>
                    <a:pt x="17192" y="38599"/>
                    <a:pt x="22025" y="29937"/>
                    <a:pt x="21944" y="19271"/>
                  </a:cubicBezTo>
                  <a:cubicBezTo>
                    <a:pt x="21864" y="8619"/>
                    <a:pt x="16923" y="1"/>
                    <a:pt x="10893" y="1"/>
                  </a:cubicBezTo>
                  <a:close/>
                </a:path>
              </a:pathLst>
            </a:custGeom>
            <a:solidFill>
              <a:srgbClr val="2F2F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2"/>
            <p:cNvSpPr/>
            <p:nvPr/>
          </p:nvSpPr>
          <p:spPr>
            <a:xfrm>
              <a:off x="7070716" y="3584291"/>
              <a:ext cx="370156" cy="406265"/>
            </a:xfrm>
            <a:custGeom>
              <a:avLst/>
              <a:gdLst/>
              <a:ahLst/>
              <a:cxnLst/>
              <a:rect l="l" t="t" r="r" b="b"/>
              <a:pathLst>
                <a:path w="35295" h="38738" extrusionOk="0">
                  <a:moveTo>
                    <a:pt x="24163" y="1"/>
                  </a:moveTo>
                  <a:cubicBezTo>
                    <a:pt x="24154" y="1"/>
                    <a:pt x="24146" y="1"/>
                    <a:pt x="24138" y="1"/>
                  </a:cubicBezTo>
                  <a:lnTo>
                    <a:pt x="24075" y="1"/>
                  </a:lnTo>
                  <a:lnTo>
                    <a:pt x="10867" y="116"/>
                  </a:lnTo>
                  <a:cubicBezTo>
                    <a:pt x="4828" y="139"/>
                    <a:pt x="0" y="8802"/>
                    <a:pt x="75" y="19468"/>
                  </a:cubicBezTo>
                  <a:cubicBezTo>
                    <a:pt x="155" y="30119"/>
                    <a:pt x="5103" y="38738"/>
                    <a:pt x="11128" y="38738"/>
                  </a:cubicBezTo>
                  <a:cubicBezTo>
                    <a:pt x="11136" y="38738"/>
                    <a:pt x="11144" y="38738"/>
                    <a:pt x="11152" y="38738"/>
                  </a:cubicBezTo>
                  <a:cubicBezTo>
                    <a:pt x="11232" y="38738"/>
                    <a:pt x="18087" y="38639"/>
                    <a:pt x="18167" y="38634"/>
                  </a:cubicBezTo>
                  <a:lnTo>
                    <a:pt x="24179" y="38610"/>
                  </a:lnTo>
                  <a:cubicBezTo>
                    <a:pt x="24260" y="38616"/>
                    <a:pt x="24340" y="38621"/>
                    <a:pt x="24427" y="38621"/>
                  </a:cubicBezTo>
                  <a:cubicBezTo>
                    <a:pt x="30462" y="38599"/>
                    <a:pt x="35295" y="29937"/>
                    <a:pt x="35214" y="19271"/>
                  </a:cubicBezTo>
                  <a:cubicBezTo>
                    <a:pt x="35134" y="8619"/>
                    <a:pt x="30193" y="1"/>
                    <a:pt x="241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2"/>
            <p:cNvSpPr/>
            <p:nvPr/>
          </p:nvSpPr>
          <p:spPr>
            <a:xfrm>
              <a:off x="7236107" y="3630196"/>
              <a:ext cx="178550" cy="313241"/>
            </a:xfrm>
            <a:custGeom>
              <a:avLst/>
              <a:gdLst/>
              <a:ahLst/>
              <a:cxnLst/>
              <a:rect l="l" t="t" r="r" b="b"/>
              <a:pathLst>
                <a:path w="17025" h="29868" extrusionOk="0">
                  <a:moveTo>
                    <a:pt x="8420" y="1"/>
                  </a:moveTo>
                  <a:cubicBezTo>
                    <a:pt x="8414" y="1"/>
                    <a:pt x="8408" y="1"/>
                    <a:pt x="8402" y="1"/>
                  </a:cubicBezTo>
                  <a:cubicBezTo>
                    <a:pt x="3732" y="19"/>
                    <a:pt x="1" y="6717"/>
                    <a:pt x="59" y="14963"/>
                  </a:cubicBezTo>
                  <a:cubicBezTo>
                    <a:pt x="121" y="23198"/>
                    <a:pt x="3946" y="29868"/>
                    <a:pt x="8604" y="29868"/>
                  </a:cubicBezTo>
                  <a:cubicBezTo>
                    <a:pt x="8610" y="29868"/>
                    <a:pt x="8617" y="29868"/>
                    <a:pt x="8623" y="29868"/>
                  </a:cubicBezTo>
                  <a:cubicBezTo>
                    <a:pt x="13288" y="29851"/>
                    <a:pt x="17024" y="23151"/>
                    <a:pt x="16968" y="14899"/>
                  </a:cubicBezTo>
                  <a:cubicBezTo>
                    <a:pt x="16904" y="6663"/>
                    <a:pt x="13078" y="1"/>
                    <a:pt x="84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2"/>
            <p:cNvSpPr/>
            <p:nvPr/>
          </p:nvSpPr>
          <p:spPr>
            <a:xfrm>
              <a:off x="7266752" y="3680894"/>
              <a:ext cx="106847" cy="211858"/>
            </a:xfrm>
            <a:custGeom>
              <a:avLst/>
              <a:gdLst/>
              <a:ahLst/>
              <a:cxnLst/>
              <a:rect l="l" t="t" r="r" b="b"/>
              <a:pathLst>
                <a:path w="10188" h="20201" extrusionOk="0">
                  <a:moveTo>
                    <a:pt x="5030" y="1"/>
                  </a:moveTo>
                  <a:cubicBezTo>
                    <a:pt x="5027" y="1"/>
                    <a:pt x="5023" y="1"/>
                    <a:pt x="5019" y="1"/>
                  </a:cubicBezTo>
                  <a:cubicBezTo>
                    <a:pt x="2230" y="12"/>
                    <a:pt x="0" y="4540"/>
                    <a:pt x="41" y="10118"/>
                  </a:cubicBezTo>
                  <a:cubicBezTo>
                    <a:pt x="82" y="15693"/>
                    <a:pt x="2372" y="20201"/>
                    <a:pt x="5158" y="20201"/>
                  </a:cubicBezTo>
                  <a:cubicBezTo>
                    <a:pt x="5160" y="20201"/>
                    <a:pt x="5161" y="20201"/>
                    <a:pt x="5163" y="20201"/>
                  </a:cubicBezTo>
                  <a:cubicBezTo>
                    <a:pt x="7959" y="20188"/>
                    <a:pt x="10187" y="15662"/>
                    <a:pt x="10147" y="10083"/>
                  </a:cubicBezTo>
                  <a:cubicBezTo>
                    <a:pt x="10101" y="4513"/>
                    <a:pt x="7815" y="1"/>
                    <a:pt x="50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2"/>
            <p:cNvSpPr/>
            <p:nvPr/>
          </p:nvSpPr>
          <p:spPr>
            <a:xfrm>
              <a:off x="7230968" y="3621229"/>
              <a:ext cx="188775" cy="331122"/>
            </a:xfrm>
            <a:custGeom>
              <a:avLst/>
              <a:gdLst/>
              <a:ahLst/>
              <a:cxnLst/>
              <a:rect l="l" t="t" r="r" b="b"/>
              <a:pathLst>
                <a:path w="18000" h="31573" extrusionOk="0">
                  <a:moveTo>
                    <a:pt x="8939" y="5533"/>
                  </a:moveTo>
                  <a:cubicBezTo>
                    <a:pt x="12139" y="5533"/>
                    <a:pt x="14766" y="10108"/>
                    <a:pt x="14806" y="15766"/>
                  </a:cubicBezTo>
                  <a:cubicBezTo>
                    <a:pt x="14846" y="21431"/>
                    <a:pt x="12282" y="26034"/>
                    <a:pt x="9078" y="26045"/>
                  </a:cubicBezTo>
                  <a:cubicBezTo>
                    <a:pt x="9074" y="26045"/>
                    <a:pt x="9070" y="26045"/>
                    <a:pt x="9067" y="26045"/>
                  </a:cubicBezTo>
                  <a:cubicBezTo>
                    <a:pt x="5866" y="26045"/>
                    <a:pt x="3239" y="21465"/>
                    <a:pt x="3199" y="15807"/>
                  </a:cubicBezTo>
                  <a:cubicBezTo>
                    <a:pt x="3153" y="10147"/>
                    <a:pt x="5723" y="5544"/>
                    <a:pt x="8927" y="5533"/>
                  </a:cubicBezTo>
                  <a:cubicBezTo>
                    <a:pt x="8931" y="5533"/>
                    <a:pt x="8935" y="5533"/>
                    <a:pt x="8939" y="5533"/>
                  </a:cubicBezTo>
                  <a:close/>
                  <a:moveTo>
                    <a:pt x="8904" y="1"/>
                  </a:moveTo>
                  <a:cubicBezTo>
                    <a:pt x="8899" y="1"/>
                    <a:pt x="8893" y="1"/>
                    <a:pt x="8887" y="1"/>
                  </a:cubicBezTo>
                  <a:cubicBezTo>
                    <a:pt x="3950" y="19"/>
                    <a:pt x="0" y="7103"/>
                    <a:pt x="64" y="15818"/>
                  </a:cubicBezTo>
                  <a:cubicBezTo>
                    <a:pt x="133" y="24525"/>
                    <a:pt x="4168" y="31572"/>
                    <a:pt x="9095" y="31572"/>
                  </a:cubicBezTo>
                  <a:cubicBezTo>
                    <a:pt x="9103" y="31572"/>
                    <a:pt x="9111" y="31572"/>
                    <a:pt x="9118" y="31572"/>
                  </a:cubicBezTo>
                  <a:cubicBezTo>
                    <a:pt x="14055" y="31554"/>
                    <a:pt x="17999" y="24475"/>
                    <a:pt x="17936" y="15754"/>
                  </a:cubicBezTo>
                  <a:cubicBezTo>
                    <a:pt x="17873" y="7044"/>
                    <a:pt x="13829" y="1"/>
                    <a:pt x="89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2"/>
            <p:cNvSpPr/>
            <p:nvPr/>
          </p:nvSpPr>
          <p:spPr>
            <a:xfrm>
              <a:off x="7305515" y="3721964"/>
              <a:ext cx="61006" cy="129479"/>
            </a:xfrm>
            <a:custGeom>
              <a:avLst/>
              <a:gdLst/>
              <a:ahLst/>
              <a:cxnLst/>
              <a:rect l="l" t="t" r="r" b="b"/>
              <a:pathLst>
                <a:path w="5817" h="12346" extrusionOk="0">
                  <a:moveTo>
                    <a:pt x="2714" y="0"/>
                  </a:moveTo>
                  <a:cubicBezTo>
                    <a:pt x="1202" y="0"/>
                    <a:pt x="1" y="2765"/>
                    <a:pt x="30" y="6179"/>
                  </a:cubicBezTo>
                  <a:cubicBezTo>
                    <a:pt x="59" y="9585"/>
                    <a:pt x="1306" y="12346"/>
                    <a:pt x="2818" y="12346"/>
                  </a:cubicBezTo>
                  <a:cubicBezTo>
                    <a:pt x="4332" y="12346"/>
                    <a:pt x="5816" y="9574"/>
                    <a:pt x="5787" y="6167"/>
                  </a:cubicBezTo>
                  <a:cubicBezTo>
                    <a:pt x="5758" y="2759"/>
                    <a:pt x="4228" y="0"/>
                    <a:pt x="27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2"/>
            <p:cNvSpPr/>
            <p:nvPr/>
          </p:nvSpPr>
          <p:spPr>
            <a:xfrm>
              <a:off x="7910550" y="3584291"/>
              <a:ext cx="230924" cy="405048"/>
            </a:xfrm>
            <a:custGeom>
              <a:avLst/>
              <a:gdLst/>
              <a:ahLst/>
              <a:cxnLst/>
              <a:rect l="l" t="t" r="r" b="b"/>
              <a:pathLst>
                <a:path w="22019" h="38622" extrusionOk="0">
                  <a:moveTo>
                    <a:pt x="10894" y="1"/>
                  </a:moveTo>
                  <a:cubicBezTo>
                    <a:pt x="10885" y="1"/>
                    <a:pt x="10877" y="1"/>
                    <a:pt x="10869" y="1"/>
                  </a:cubicBezTo>
                  <a:cubicBezTo>
                    <a:pt x="4833" y="18"/>
                    <a:pt x="0" y="8685"/>
                    <a:pt x="81" y="19351"/>
                  </a:cubicBezTo>
                  <a:cubicBezTo>
                    <a:pt x="156" y="30003"/>
                    <a:pt x="5104" y="38621"/>
                    <a:pt x="11127" y="38621"/>
                  </a:cubicBezTo>
                  <a:cubicBezTo>
                    <a:pt x="11135" y="38621"/>
                    <a:pt x="11144" y="38621"/>
                    <a:pt x="11152" y="38621"/>
                  </a:cubicBezTo>
                  <a:cubicBezTo>
                    <a:pt x="17192" y="38599"/>
                    <a:pt x="22019" y="29937"/>
                    <a:pt x="21944" y="19271"/>
                  </a:cubicBezTo>
                  <a:cubicBezTo>
                    <a:pt x="21864" y="8619"/>
                    <a:pt x="16922" y="1"/>
                    <a:pt x="10894" y="1"/>
                  </a:cubicBezTo>
                  <a:close/>
                </a:path>
              </a:pathLst>
            </a:custGeom>
            <a:solidFill>
              <a:srgbClr val="2F2F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2"/>
            <p:cNvSpPr/>
            <p:nvPr/>
          </p:nvSpPr>
          <p:spPr>
            <a:xfrm>
              <a:off x="7771378" y="3584291"/>
              <a:ext cx="370093" cy="406265"/>
            </a:xfrm>
            <a:custGeom>
              <a:avLst/>
              <a:gdLst/>
              <a:ahLst/>
              <a:cxnLst/>
              <a:rect l="l" t="t" r="r" b="b"/>
              <a:pathLst>
                <a:path w="35289" h="38738" extrusionOk="0">
                  <a:moveTo>
                    <a:pt x="24164" y="1"/>
                  </a:moveTo>
                  <a:cubicBezTo>
                    <a:pt x="24155" y="1"/>
                    <a:pt x="24147" y="1"/>
                    <a:pt x="24139" y="1"/>
                  </a:cubicBezTo>
                  <a:lnTo>
                    <a:pt x="24075" y="1"/>
                  </a:lnTo>
                  <a:lnTo>
                    <a:pt x="10869" y="116"/>
                  </a:lnTo>
                  <a:cubicBezTo>
                    <a:pt x="4827" y="139"/>
                    <a:pt x="0" y="8802"/>
                    <a:pt x="75" y="19468"/>
                  </a:cubicBezTo>
                  <a:cubicBezTo>
                    <a:pt x="155" y="30119"/>
                    <a:pt x="5097" y="38738"/>
                    <a:pt x="11128" y="38738"/>
                  </a:cubicBezTo>
                  <a:cubicBezTo>
                    <a:pt x="11136" y="38738"/>
                    <a:pt x="11144" y="38738"/>
                    <a:pt x="11151" y="38738"/>
                  </a:cubicBezTo>
                  <a:cubicBezTo>
                    <a:pt x="11232" y="38738"/>
                    <a:pt x="18087" y="38639"/>
                    <a:pt x="18167" y="38634"/>
                  </a:cubicBezTo>
                  <a:lnTo>
                    <a:pt x="24179" y="38610"/>
                  </a:lnTo>
                  <a:cubicBezTo>
                    <a:pt x="24260" y="38616"/>
                    <a:pt x="24340" y="38621"/>
                    <a:pt x="24422" y="38621"/>
                  </a:cubicBezTo>
                  <a:cubicBezTo>
                    <a:pt x="30462" y="38599"/>
                    <a:pt x="35289" y="29937"/>
                    <a:pt x="35214" y="19271"/>
                  </a:cubicBezTo>
                  <a:cubicBezTo>
                    <a:pt x="35134" y="8619"/>
                    <a:pt x="30192" y="1"/>
                    <a:pt x="241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2"/>
            <p:cNvSpPr/>
            <p:nvPr/>
          </p:nvSpPr>
          <p:spPr>
            <a:xfrm>
              <a:off x="7936717" y="3630196"/>
              <a:ext cx="178602" cy="313241"/>
            </a:xfrm>
            <a:custGeom>
              <a:avLst/>
              <a:gdLst/>
              <a:ahLst/>
              <a:cxnLst/>
              <a:rect l="l" t="t" r="r" b="b"/>
              <a:pathLst>
                <a:path w="17030" h="29868" extrusionOk="0">
                  <a:moveTo>
                    <a:pt x="8426" y="1"/>
                  </a:moveTo>
                  <a:cubicBezTo>
                    <a:pt x="8420" y="1"/>
                    <a:pt x="8414" y="1"/>
                    <a:pt x="8409" y="1"/>
                  </a:cubicBezTo>
                  <a:cubicBezTo>
                    <a:pt x="3737" y="19"/>
                    <a:pt x="0" y="6717"/>
                    <a:pt x="64" y="14963"/>
                  </a:cubicBezTo>
                  <a:cubicBezTo>
                    <a:pt x="121" y="23198"/>
                    <a:pt x="3945" y="29868"/>
                    <a:pt x="8609" y="29868"/>
                  </a:cubicBezTo>
                  <a:cubicBezTo>
                    <a:pt x="8615" y="29868"/>
                    <a:pt x="8621" y="29868"/>
                    <a:pt x="8628" y="29868"/>
                  </a:cubicBezTo>
                  <a:cubicBezTo>
                    <a:pt x="13294" y="29851"/>
                    <a:pt x="17029" y="23151"/>
                    <a:pt x="16972" y="14899"/>
                  </a:cubicBezTo>
                  <a:cubicBezTo>
                    <a:pt x="16909" y="6663"/>
                    <a:pt x="13083" y="1"/>
                    <a:pt x="84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2"/>
            <p:cNvSpPr/>
            <p:nvPr/>
          </p:nvSpPr>
          <p:spPr>
            <a:xfrm>
              <a:off x="7967351" y="3680894"/>
              <a:ext cx="106847" cy="211858"/>
            </a:xfrm>
            <a:custGeom>
              <a:avLst/>
              <a:gdLst/>
              <a:ahLst/>
              <a:cxnLst/>
              <a:rect l="l" t="t" r="r" b="b"/>
              <a:pathLst>
                <a:path w="10188" h="20201" extrusionOk="0">
                  <a:moveTo>
                    <a:pt x="5036" y="1"/>
                  </a:moveTo>
                  <a:cubicBezTo>
                    <a:pt x="5032" y="1"/>
                    <a:pt x="5029" y="1"/>
                    <a:pt x="5025" y="1"/>
                  </a:cubicBezTo>
                  <a:cubicBezTo>
                    <a:pt x="2231" y="12"/>
                    <a:pt x="1" y="4540"/>
                    <a:pt x="48" y="10118"/>
                  </a:cubicBezTo>
                  <a:cubicBezTo>
                    <a:pt x="88" y="15693"/>
                    <a:pt x="2378" y="20201"/>
                    <a:pt x="5164" y="20201"/>
                  </a:cubicBezTo>
                  <a:cubicBezTo>
                    <a:pt x="5165" y="20201"/>
                    <a:pt x="5167" y="20201"/>
                    <a:pt x="5169" y="20201"/>
                  </a:cubicBezTo>
                  <a:cubicBezTo>
                    <a:pt x="7959" y="20188"/>
                    <a:pt x="10187" y="15662"/>
                    <a:pt x="10147" y="10083"/>
                  </a:cubicBezTo>
                  <a:cubicBezTo>
                    <a:pt x="10107" y="4513"/>
                    <a:pt x="7821" y="1"/>
                    <a:pt x="50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2"/>
            <p:cNvSpPr/>
            <p:nvPr/>
          </p:nvSpPr>
          <p:spPr>
            <a:xfrm>
              <a:off x="7931630" y="3621229"/>
              <a:ext cx="188775" cy="331122"/>
            </a:xfrm>
            <a:custGeom>
              <a:avLst/>
              <a:gdLst/>
              <a:ahLst/>
              <a:cxnLst/>
              <a:rect l="l" t="t" r="r" b="b"/>
              <a:pathLst>
                <a:path w="18000" h="31573" extrusionOk="0">
                  <a:moveTo>
                    <a:pt x="8940" y="5533"/>
                  </a:moveTo>
                  <a:cubicBezTo>
                    <a:pt x="12139" y="5533"/>
                    <a:pt x="14766" y="10108"/>
                    <a:pt x="14806" y="15766"/>
                  </a:cubicBezTo>
                  <a:cubicBezTo>
                    <a:pt x="14846" y="21431"/>
                    <a:pt x="12282" y="26034"/>
                    <a:pt x="9078" y="26045"/>
                  </a:cubicBezTo>
                  <a:cubicBezTo>
                    <a:pt x="9074" y="26045"/>
                    <a:pt x="9070" y="26045"/>
                    <a:pt x="9066" y="26045"/>
                  </a:cubicBezTo>
                  <a:cubicBezTo>
                    <a:pt x="5866" y="26045"/>
                    <a:pt x="3239" y="21465"/>
                    <a:pt x="3193" y="15807"/>
                  </a:cubicBezTo>
                  <a:cubicBezTo>
                    <a:pt x="3153" y="10147"/>
                    <a:pt x="5717" y="5544"/>
                    <a:pt x="8928" y="5533"/>
                  </a:cubicBezTo>
                  <a:cubicBezTo>
                    <a:pt x="8932" y="5533"/>
                    <a:pt x="8936" y="5533"/>
                    <a:pt x="8940" y="5533"/>
                  </a:cubicBezTo>
                  <a:close/>
                  <a:moveTo>
                    <a:pt x="8904" y="1"/>
                  </a:moveTo>
                  <a:cubicBezTo>
                    <a:pt x="8898" y="1"/>
                    <a:pt x="8893" y="1"/>
                    <a:pt x="8887" y="1"/>
                  </a:cubicBezTo>
                  <a:cubicBezTo>
                    <a:pt x="3950" y="19"/>
                    <a:pt x="0" y="7103"/>
                    <a:pt x="64" y="15818"/>
                  </a:cubicBezTo>
                  <a:cubicBezTo>
                    <a:pt x="127" y="24525"/>
                    <a:pt x="4169" y="31572"/>
                    <a:pt x="9095" y="31572"/>
                  </a:cubicBezTo>
                  <a:cubicBezTo>
                    <a:pt x="9103" y="31572"/>
                    <a:pt x="9110" y="31572"/>
                    <a:pt x="9118" y="31572"/>
                  </a:cubicBezTo>
                  <a:cubicBezTo>
                    <a:pt x="14056" y="31554"/>
                    <a:pt x="17999" y="24475"/>
                    <a:pt x="17937" y="15754"/>
                  </a:cubicBezTo>
                  <a:cubicBezTo>
                    <a:pt x="17873" y="7044"/>
                    <a:pt x="13829" y="1"/>
                    <a:pt x="89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2"/>
            <p:cNvSpPr/>
            <p:nvPr/>
          </p:nvSpPr>
          <p:spPr>
            <a:xfrm>
              <a:off x="8006124" y="3721964"/>
              <a:ext cx="61048" cy="129479"/>
            </a:xfrm>
            <a:custGeom>
              <a:avLst/>
              <a:gdLst/>
              <a:ahLst/>
              <a:cxnLst/>
              <a:rect l="l" t="t" r="r" b="b"/>
              <a:pathLst>
                <a:path w="5821" h="12346" extrusionOk="0">
                  <a:moveTo>
                    <a:pt x="2719" y="0"/>
                  </a:moveTo>
                  <a:cubicBezTo>
                    <a:pt x="1207" y="0"/>
                    <a:pt x="0" y="2765"/>
                    <a:pt x="35" y="6179"/>
                  </a:cubicBezTo>
                  <a:cubicBezTo>
                    <a:pt x="64" y="9585"/>
                    <a:pt x="1311" y="12346"/>
                    <a:pt x="2823" y="12346"/>
                  </a:cubicBezTo>
                  <a:cubicBezTo>
                    <a:pt x="4337" y="12346"/>
                    <a:pt x="5821" y="9574"/>
                    <a:pt x="5792" y="6167"/>
                  </a:cubicBezTo>
                  <a:cubicBezTo>
                    <a:pt x="5757" y="2759"/>
                    <a:pt x="4233" y="0"/>
                    <a:pt x="27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2"/>
            <p:cNvSpPr/>
            <p:nvPr/>
          </p:nvSpPr>
          <p:spPr>
            <a:xfrm>
              <a:off x="6925787" y="3252637"/>
              <a:ext cx="1286607" cy="597399"/>
            </a:xfrm>
            <a:custGeom>
              <a:avLst/>
              <a:gdLst/>
              <a:ahLst/>
              <a:cxnLst/>
              <a:rect l="l" t="t" r="r" b="b"/>
              <a:pathLst>
                <a:path w="122680" h="56963" extrusionOk="0">
                  <a:moveTo>
                    <a:pt x="115081" y="1"/>
                  </a:moveTo>
                  <a:cubicBezTo>
                    <a:pt x="115071" y="1"/>
                    <a:pt x="115060" y="1"/>
                    <a:pt x="115050" y="1"/>
                  </a:cubicBezTo>
                  <a:cubicBezTo>
                    <a:pt x="99493" y="99"/>
                    <a:pt x="51366" y="515"/>
                    <a:pt x="29537" y="521"/>
                  </a:cubicBezTo>
                  <a:cubicBezTo>
                    <a:pt x="29018" y="521"/>
                    <a:pt x="28516" y="596"/>
                    <a:pt x="28020" y="734"/>
                  </a:cubicBezTo>
                  <a:cubicBezTo>
                    <a:pt x="24577" y="1722"/>
                    <a:pt x="3454" y="13058"/>
                    <a:pt x="1999" y="35984"/>
                  </a:cubicBezTo>
                  <a:cubicBezTo>
                    <a:pt x="1311" y="46760"/>
                    <a:pt x="0" y="56963"/>
                    <a:pt x="10799" y="56963"/>
                  </a:cubicBezTo>
                  <a:lnTo>
                    <a:pt x="14939" y="56963"/>
                  </a:lnTo>
                  <a:cubicBezTo>
                    <a:pt x="14939" y="56963"/>
                    <a:pt x="5955" y="18184"/>
                    <a:pt x="32052" y="18184"/>
                  </a:cubicBezTo>
                  <a:cubicBezTo>
                    <a:pt x="32789" y="18184"/>
                    <a:pt x="33554" y="18215"/>
                    <a:pt x="34348" y="18279"/>
                  </a:cubicBezTo>
                  <a:cubicBezTo>
                    <a:pt x="53434" y="19809"/>
                    <a:pt x="54617" y="44103"/>
                    <a:pt x="54369" y="53389"/>
                  </a:cubicBezTo>
                  <a:cubicBezTo>
                    <a:pt x="54318" y="55346"/>
                    <a:pt x="55883" y="56963"/>
                    <a:pt x="57840" y="56963"/>
                  </a:cubicBezTo>
                  <a:lnTo>
                    <a:pt x="83018" y="56963"/>
                  </a:lnTo>
                  <a:cubicBezTo>
                    <a:pt x="85102" y="56963"/>
                    <a:pt x="86714" y="55145"/>
                    <a:pt x="86472" y="53077"/>
                  </a:cubicBezTo>
                  <a:cubicBezTo>
                    <a:pt x="85293" y="43252"/>
                    <a:pt x="83934" y="18184"/>
                    <a:pt x="100729" y="18184"/>
                  </a:cubicBezTo>
                  <a:cubicBezTo>
                    <a:pt x="101320" y="18184"/>
                    <a:pt x="101934" y="18215"/>
                    <a:pt x="102571" y="18279"/>
                  </a:cubicBezTo>
                  <a:cubicBezTo>
                    <a:pt x="121483" y="20172"/>
                    <a:pt x="117995" y="50299"/>
                    <a:pt x="117995" y="50299"/>
                  </a:cubicBezTo>
                  <a:cubicBezTo>
                    <a:pt x="117995" y="50299"/>
                    <a:pt x="122679" y="47965"/>
                    <a:pt x="122679" y="41008"/>
                  </a:cubicBezTo>
                  <a:lnTo>
                    <a:pt x="122679" y="12770"/>
                  </a:lnTo>
                  <a:cubicBezTo>
                    <a:pt x="122679" y="9241"/>
                    <a:pt x="121726" y="5782"/>
                    <a:pt x="119913" y="2756"/>
                  </a:cubicBezTo>
                  <a:cubicBezTo>
                    <a:pt x="118895" y="1049"/>
                    <a:pt x="117067" y="1"/>
                    <a:pt x="1150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2"/>
            <p:cNvSpPr/>
            <p:nvPr/>
          </p:nvSpPr>
          <p:spPr>
            <a:xfrm>
              <a:off x="8127855" y="3273780"/>
              <a:ext cx="95216" cy="89280"/>
            </a:xfrm>
            <a:custGeom>
              <a:avLst/>
              <a:gdLst/>
              <a:ahLst/>
              <a:cxnLst/>
              <a:rect l="l" t="t" r="r" b="b"/>
              <a:pathLst>
                <a:path w="9079" h="8513" extrusionOk="0">
                  <a:moveTo>
                    <a:pt x="4256" y="0"/>
                  </a:moveTo>
                  <a:cubicBezTo>
                    <a:pt x="1906" y="0"/>
                    <a:pt x="0" y="1906"/>
                    <a:pt x="0" y="4256"/>
                  </a:cubicBezTo>
                  <a:cubicBezTo>
                    <a:pt x="0" y="6607"/>
                    <a:pt x="1906" y="8513"/>
                    <a:pt x="4256" y="8513"/>
                  </a:cubicBezTo>
                  <a:lnTo>
                    <a:pt x="4822" y="8513"/>
                  </a:lnTo>
                  <a:cubicBezTo>
                    <a:pt x="7172" y="8513"/>
                    <a:pt x="9078" y="6607"/>
                    <a:pt x="9078" y="4256"/>
                  </a:cubicBezTo>
                  <a:cubicBezTo>
                    <a:pt x="9078" y="1906"/>
                    <a:pt x="7172" y="0"/>
                    <a:pt x="48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2"/>
            <p:cNvSpPr/>
            <p:nvPr/>
          </p:nvSpPr>
          <p:spPr>
            <a:xfrm>
              <a:off x="6232812" y="3646662"/>
              <a:ext cx="553247" cy="129447"/>
            </a:xfrm>
            <a:custGeom>
              <a:avLst/>
              <a:gdLst/>
              <a:ahLst/>
              <a:cxnLst/>
              <a:rect l="l" t="t" r="r" b="b"/>
              <a:pathLst>
                <a:path w="52753" h="12343" extrusionOk="0">
                  <a:moveTo>
                    <a:pt x="6168" y="1"/>
                  </a:moveTo>
                  <a:cubicBezTo>
                    <a:pt x="2761" y="1"/>
                    <a:pt x="1" y="2767"/>
                    <a:pt x="1" y="6175"/>
                  </a:cubicBezTo>
                  <a:cubicBezTo>
                    <a:pt x="1" y="9582"/>
                    <a:pt x="2761" y="12343"/>
                    <a:pt x="6168" y="12343"/>
                  </a:cubicBezTo>
                  <a:lnTo>
                    <a:pt x="46585" y="12343"/>
                  </a:lnTo>
                  <a:cubicBezTo>
                    <a:pt x="49993" y="12343"/>
                    <a:pt x="52752" y="9582"/>
                    <a:pt x="52752" y="6175"/>
                  </a:cubicBezTo>
                  <a:cubicBezTo>
                    <a:pt x="52752" y="2767"/>
                    <a:pt x="49993" y="1"/>
                    <a:pt x="465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2"/>
            <p:cNvSpPr/>
            <p:nvPr/>
          </p:nvSpPr>
          <p:spPr>
            <a:xfrm>
              <a:off x="7614870" y="3326051"/>
              <a:ext cx="154942" cy="46827"/>
            </a:xfrm>
            <a:custGeom>
              <a:avLst/>
              <a:gdLst/>
              <a:ahLst/>
              <a:cxnLst/>
              <a:rect l="l" t="t" r="r" b="b"/>
              <a:pathLst>
                <a:path w="14774" h="4465" extrusionOk="0">
                  <a:moveTo>
                    <a:pt x="2236" y="0"/>
                  </a:moveTo>
                  <a:cubicBezTo>
                    <a:pt x="1000" y="0"/>
                    <a:pt x="1" y="999"/>
                    <a:pt x="1" y="2229"/>
                  </a:cubicBezTo>
                  <a:cubicBezTo>
                    <a:pt x="1" y="3465"/>
                    <a:pt x="1000" y="4464"/>
                    <a:pt x="2236" y="4464"/>
                  </a:cubicBezTo>
                  <a:lnTo>
                    <a:pt x="12543" y="4464"/>
                  </a:lnTo>
                  <a:cubicBezTo>
                    <a:pt x="13774" y="4464"/>
                    <a:pt x="14773" y="3465"/>
                    <a:pt x="14773" y="2229"/>
                  </a:cubicBezTo>
                  <a:cubicBezTo>
                    <a:pt x="14773" y="999"/>
                    <a:pt x="13774" y="0"/>
                    <a:pt x="125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2"/>
            <p:cNvSpPr/>
            <p:nvPr/>
          </p:nvSpPr>
          <p:spPr>
            <a:xfrm>
              <a:off x="7246165" y="3143134"/>
              <a:ext cx="271637" cy="142252"/>
            </a:xfrm>
            <a:custGeom>
              <a:avLst/>
              <a:gdLst/>
              <a:ahLst/>
              <a:cxnLst/>
              <a:rect l="l" t="t" r="r" b="b"/>
              <a:pathLst>
                <a:path w="25901" h="13564" extrusionOk="0">
                  <a:moveTo>
                    <a:pt x="13836" y="0"/>
                  </a:moveTo>
                  <a:cubicBezTo>
                    <a:pt x="12400" y="0"/>
                    <a:pt x="11003" y="511"/>
                    <a:pt x="9898" y="1452"/>
                  </a:cubicBezTo>
                  <a:lnTo>
                    <a:pt x="1710" y="8421"/>
                  </a:lnTo>
                  <a:cubicBezTo>
                    <a:pt x="1566" y="8547"/>
                    <a:pt x="1433" y="8686"/>
                    <a:pt x="1318" y="8837"/>
                  </a:cubicBezTo>
                  <a:cubicBezTo>
                    <a:pt x="1" y="10552"/>
                    <a:pt x="1097" y="13035"/>
                    <a:pt x="3240" y="13225"/>
                  </a:cubicBezTo>
                  <a:lnTo>
                    <a:pt x="6889" y="13555"/>
                  </a:lnTo>
                  <a:cubicBezTo>
                    <a:pt x="6965" y="13560"/>
                    <a:pt x="7040" y="13563"/>
                    <a:pt x="7116" y="13563"/>
                  </a:cubicBezTo>
                  <a:cubicBezTo>
                    <a:pt x="7192" y="13563"/>
                    <a:pt x="7268" y="13560"/>
                    <a:pt x="7346" y="13555"/>
                  </a:cubicBezTo>
                  <a:lnTo>
                    <a:pt x="19501" y="12601"/>
                  </a:lnTo>
                  <a:cubicBezTo>
                    <a:pt x="22049" y="12406"/>
                    <a:pt x="24197" y="10639"/>
                    <a:pt x="24884" y="8173"/>
                  </a:cubicBezTo>
                  <a:cubicBezTo>
                    <a:pt x="25900" y="4517"/>
                    <a:pt x="23354" y="828"/>
                    <a:pt x="19565" y="492"/>
                  </a:cubicBezTo>
                  <a:lnTo>
                    <a:pt x="14373" y="24"/>
                  </a:lnTo>
                  <a:cubicBezTo>
                    <a:pt x="14194" y="8"/>
                    <a:pt x="14015" y="0"/>
                    <a:pt x="13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2"/>
            <p:cNvSpPr/>
            <p:nvPr/>
          </p:nvSpPr>
          <p:spPr>
            <a:xfrm>
              <a:off x="7856706" y="2778433"/>
              <a:ext cx="47613" cy="481953"/>
            </a:xfrm>
            <a:custGeom>
              <a:avLst/>
              <a:gdLst/>
              <a:ahLst/>
              <a:cxnLst/>
              <a:rect l="l" t="t" r="r" b="b"/>
              <a:pathLst>
                <a:path w="4540" h="45955" extrusionOk="0">
                  <a:moveTo>
                    <a:pt x="1" y="0"/>
                  </a:moveTo>
                  <a:lnTo>
                    <a:pt x="1" y="45955"/>
                  </a:lnTo>
                  <a:lnTo>
                    <a:pt x="4540" y="45955"/>
                  </a:lnTo>
                  <a:lnTo>
                    <a:pt x="45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2"/>
            <p:cNvSpPr/>
            <p:nvPr/>
          </p:nvSpPr>
          <p:spPr>
            <a:xfrm>
              <a:off x="6660322" y="3439035"/>
              <a:ext cx="269676" cy="133758"/>
            </a:xfrm>
            <a:custGeom>
              <a:avLst/>
              <a:gdLst/>
              <a:ahLst/>
              <a:cxnLst/>
              <a:rect l="l" t="t" r="r" b="b"/>
              <a:pathLst>
                <a:path w="25714" h="12754" extrusionOk="0">
                  <a:moveTo>
                    <a:pt x="22549" y="1"/>
                  </a:moveTo>
                  <a:cubicBezTo>
                    <a:pt x="22514" y="1"/>
                    <a:pt x="22478" y="1"/>
                    <a:pt x="22442" y="3"/>
                  </a:cubicBezTo>
                  <a:cubicBezTo>
                    <a:pt x="18313" y="165"/>
                    <a:pt x="11735" y="852"/>
                    <a:pt x="7018" y="3393"/>
                  </a:cubicBezTo>
                  <a:cubicBezTo>
                    <a:pt x="4806" y="4582"/>
                    <a:pt x="3183" y="5898"/>
                    <a:pt x="1988" y="7164"/>
                  </a:cubicBezTo>
                  <a:cubicBezTo>
                    <a:pt x="1" y="9272"/>
                    <a:pt x="1589" y="12753"/>
                    <a:pt x="4488" y="12753"/>
                  </a:cubicBezTo>
                  <a:lnTo>
                    <a:pt x="20779" y="12753"/>
                  </a:lnTo>
                  <a:cubicBezTo>
                    <a:pt x="22453" y="12753"/>
                    <a:pt x="23880" y="11517"/>
                    <a:pt x="24099" y="9861"/>
                  </a:cubicBezTo>
                  <a:cubicBezTo>
                    <a:pt x="24348" y="8024"/>
                    <a:pt x="24705" y="5783"/>
                    <a:pt x="25272" y="3491"/>
                  </a:cubicBezTo>
                  <a:cubicBezTo>
                    <a:pt x="25714" y="1712"/>
                    <a:pt x="24361" y="1"/>
                    <a:pt x="225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2"/>
            <p:cNvSpPr/>
            <p:nvPr/>
          </p:nvSpPr>
          <p:spPr>
            <a:xfrm>
              <a:off x="6190107" y="3439035"/>
              <a:ext cx="170317" cy="133758"/>
            </a:xfrm>
            <a:custGeom>
              <a:avLst/>
              <a:gdLst/>
              <a:ahLst/>
              <a:cxnLst/>
              <a:rect l="l" t="t" r="r" b="b"/>
              <a:pathLst>
                <a:path w="16240" h="12754" extrusionOk="0">
                  <a:moveTo>
                    <a:pt x="1995" y="1"/>
                  </a:moveTo>
                  <a:cubicBezTo>
                    <a:pt x="851" y="1"/>
                    <a:pt x="1" y="1712"/>
                    <a:pt x="278" y="3491"/>
                  </a:cubicBezTo>
                  <a:cubicBezTo>
                    <a:pt x="637" y="5783"/>
                    <a:pt x="861" y="8024"/>
                    <a:pt x="1018" y="9861"/>
                  </a:cubicBezTo>
                  <a:cubicBezTo>
                    <a:pt x="1157" y="11517"/>
                    <a:pt x="2057" y="12753"/>
                    <a:pt x="3113" y="12753"/>
                  </a:cubicBezTo>
                  <a:lnTo>
                    <a:pt x="13404" y="12753"/>
                  </a:lnTo>
                  <a:cubicBezTo>
                    <a:pt x="15235" y="12753"/>
                    <a:pt x="16240" y="9272"/>
                    <a:pt x="14981" y="7164"/>
                  </a:cubicBezTo>
                  <a:cubicBezTo>
                    <a:pt x="14230" y="5898"/>
                    <a:pt x="13202" y="4582"/>
                    <a:pt x="11805" y="3393"/>
                  </a:cubicBezTo>
                  <a:cubicBezTo>
                    <a:pt x="8825" y="852"/>
                    <a:pt x="4673" y="165"/>
                    <a:pt x="2063" y="3"/>
                  </a:cubicBezTo>
                  <a:cubicBezTo>
                    <a:pt x="2040" y="1"/>
                    <a:pt x="2018" y="1"/>
                    <a:pt x="19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2"/>
            <p:cNvSpPr/>
            <p:nvPr/>
          </p:nvSpPr>
          <p:spPr>
            <a:xfrm>
              <a:off x="7599799" y="3473771"/>
              <a:ext cx="137365" cy="234312"/>
            </a:xfrm>
            <a:custGeom>
              <a:avLst/>
              <a:gdLst/>
              <a:ahLst/>
              <a:cxnLst/>
              <a:rect l="l" t="t" r="r" b="b"/>
              <a:pathLst>
                <a:path w="13098" h="22342" extrusionOk="0">
                  <a:moveTo>
                    <a:pt x="13098" y="0"/>
                  </a:moveTo>
                  <a:lnTo>
                    <a:pt x="7704" y="577"/>
                  </a:lnTo>
                  <a:lnTo>
                    <a:pt x="768" y="10400"/>
                  </a:lnTo>
                  <a:lnTo>
                    <a:pt x="5203" y="11168"/>
                  </a:lnTo>
                  <a:lnTo>
                    <a:pt x="0" y="22341"/>
                  </a:lnTo>
                  <a:lnTo>
                    <a:pt x="11752" y="7317"/>
                  </a:lnTo>
                  <a:lnTo>
                    <a:pt x="7514" y="6739"/>
                  </a:lnTo>
                  <a:lnTo>
                    <a:pt x="130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3" name="Google Shape;533;p32"/>
          <p:cNvSpPr/>
          <p:nvPr/>
        </p:nvSpPr>
        <p:spPr>
          <a:xfrm>
            <a:off x="7251312" y="874802"/>
            <a:ext cx="626412" cy="1068394"/>
          </a:xfrm>
          <a:custGeom>
            <a:avLst/>
            <a:gdLst/>
            <a:ahLst/>
            <a:cxnLst/>
            <a:rect l="l" t="t" r="r" b="b"/>
            <a:pathLst>
              <a:path w="13098" h="22342" extrusionOk="0">
                <a:moveTo>
                  <a:pt x="13098" y="0"/>
                </a:moveTo>
                <a:lnTo>
                  <a:pt x="7704" y="577"/>
                </a:lnTo>
                <a:lnTo>
                  <a:pt x="768" y="10400"/>
                </a:lnTo>
                <a:lnTo>
                  <a:pt x="5203" y="11168"/>
                </a:lnTo>
                <a:lnTo>
                  <a:pt x="0" y="22341"/>
                </a:lnTo>
                <a:lnTo>
                  <a:pt x="11752" y="7317"/>
                </a:lnTo>
                <a:lnTo>
                  <a:pt x="7514" y="6739"/>
                </a:lnTo>
                <a:lnTo>
                  <a:pt x="1309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32"/>
          <p:cNvSpPr txBox="1">
            <a:spLocks noGrp="1"/>
          </p:cNvSpPr>
          <p:nvPr>
            <p:ph type="ctrTitle"/>
          </p:nvPr>
        </p:nvSpPr>
        <p:spPr>
          <a:xfrm>
            <a:off x="752334" y="-744037"/>
            <a:ext cx="5773766" cy="456798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sz="3600" dirty="0"/>
              <a:t>Planification de la Recharge des </a:t>
            </a:r>
            <a:r>
              <a:rPr lang="en" sz="3600" dirty="0">
                <a:solidFill>
                  <a:schemeClr val="accent1"/>
                </a:solidFill>
              </a:rPr>
              <a:t>Véhicules Électriques</a:t>
            </a:r>
            <a:r>
              <a:rPr lang="en" sz="3600" dirty="0">
                <a:solidFill>
                  <a:schemeClr val="lt1"/>
                </a:solidFill>
              </a:rPr>
              <a:t> </a:t>
            </a:r>
            <a:r>
              <a:rPr lang="fr-FR" sz="3600" dirty="0"/>
              <a:t>par algorithmes génétiques</a:t>
            </a:r>
            <a:endParaRPr sz="3600" dirty="0">
              <a:solidFill>
                <a:schemeClr val="lt1"/>
              </a:solidFill>
            </a:endParaRPr>
          </a:p>
        </p:txBody>
      </p:sp>
      <p:grpSp>
        <p:nvGrpSpPr>
          <p:cNvPr id="535" name="Google Shape;535;p32"/>
          <p:cNvGrpSpPr/>
          <p:nvPr/>
        </p:nvGrpSpPr>
        <p:grpSpPr>
          <a:xfrm>
            <a:off x="4724410" y="2837746"/>
            <a:ext cx="674028" cy="673984"/>
            <a:chOff x="4748707" y="2755189"/>
            <a:chExt cx="674028" cy="673984"/>
          </a:xfrm>
        </p:grpSpPr>
        <p:sp>
          <p:nvSpPr>
            <p:cNvPr id="536" name="Google Shape;536;p32"/>
            <p:cNvSpPr/>
            <p:nvPr/>
          </p:nvSpPr>
          <p:spPr>
            <a:xfrm>
              <a:off x="4880963" y="2887438"/>
              <a:ext cx="409500" cy="4095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7" name="Google Shape;537;p32"/>
            <p:cNvGrpSpPr/>
            <p:nvPr/>
          </p:nvGrpSpPr>
          <p:grpSpPr>
            <a:xfrm rot="-2699781" flipH="1">
              <a:off x="4843559" y="2857748"/>
              <a:ext cx="484323" cy="468865"/>
              <a:chOff x="6021400" y="1654100"/>
              <a:chExt cx="435350" cy="421375"/>
            </a:xfrm>
          </p:grpSpPr>
          <p:sp>
            <p:nvSpPr>
              <p:cNvPr id="538" name="Google Shape;538;p32"/>
              <p:cNvSpPr/>
              <p:nvPr/>
            </p:nvSpPr>
            <p:spPr>
              <a:xfrm>
                <a:off x="6021400" y="1731075"/>
                <a:ext cx="355825" cy="344400"/>
              </a:xfrm>
              <a:custGeom>
                <a:avLst/>
                <a:gdLst/>
                <a:ahLst/>
                <a:cxnLst/>
                <a:rect l="l" t="t" r="r" b="b"/>
                <a:pathLst>
                  <a:path w="14233" h="13776" extrusionOk="0">
                    <a:moveTo>
                      <a:pt x="5024" y="0"/>
                    </a:moveTo>
                    <a:cubicBezTo>
                      <a:pt x="4837" y="135"/>
                      <a:pt x="4656" y="283"/>
                      <a:pt x="4489" y="458"/>
                    </a:cubicBezTo>
                    <a:lnTo>
                      <a:pt x="1829" y="3110"/>
                    </a:lnTo>
                    <a:cubicBezTo>
                      <a:pt x="0" y="4940"/>
                      <a:pt x="0" y="7915"/>
                      <a:pt x="1829" y="9750"/>
                    </a:cubicBezTo>
                    <a:lnTo>
                      <a:pt x="4489" y="12404"/>
                    </a:lnTo>
                    <a:cubicBezTo>
                      <a:pt x="5402" y="13318"/>
                      <a:pt x="6600" y="13775"/>
                      <a:pt x="7806" y="13775"/>
                    </a:cubicBezTo>
                    <a:cubicBezTo>
                      <a:pt x="9004" y="13775"/>
                      <a:pt x="10208" y="13318"/>
                      <a:pt x="11121" y="12404"/>
                    </a:cubicBezTo>
                    <a:lnTo>
                      <a:pt x="13782" y="9750"/>
                    </a:lnTo>
                    <a:cubicBezTo>
                      <a:pt x="13950" y="9577"/>
                      <a:pt x="14097" y="9396"/>
                      <a:pt x="14233" y="9209"/>
                    </a:cubicBezTo>
                    <a:lnTo>
                      <a:pt x="502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32"/>
              <p:cNvSpPr/>
              <p:nvPr/>
            </p:nvSpPr>
            <p:spPr>
              <a:xfrm>
                <a:off x="6196400" y="1654100"/>
                <a:ext cx="127050" cy="124475"/>
              </a:xfrm>
              <a:custGeom>
                <a:avLst/>
                <a:gdLst/>
                <a:ahLst/>
                <a:cxnLst/>
                <a:rect l="l" t="t" r="r" b="b"/>
                <a:pathLst>
                  <a:path w="5082" h="4979" extrusionOk="0">
                    <a:moveTo>
                      <a:pt x="3903" y="0"/>
                    </a:moveTo>
                    <a:cubicBezTo>
                      <a:pt x="3627" y="0"/>
                      <a:pt x="3349" y="110"/>
                      <a:pt x="3143" y="315"/>
                    </a:cubicBezTo>
                    <a:lnTo>
                      <a:pt x="1" y="3459"/>
                    </a:lnTo>
                    <a:lnTo>
                      <a:pt x="1520" y="4979"/>
                    </a:lnTo>
                    <a:lnTo>
                      <a:pt x="4662" y="1836"/>
                    </a:lnTo>
                    <a:cubicBezTo>
                      <a:pt x="5081" y="1417"/>
                      <a:pt x="5081" y="734"/>
                      <a:pt x="4662" y="315"/>
                    </a:cubicBezTo>
                    <a:cubicBezTo>
                      <a:pt x="4451" y="110"/>
                      <a:pt x="4174" y="0"/>
                      <a:pt x="39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32"/>
              <p:cNvSpPr/>
              <p:nvPr/>
            </p:nvSpPr>
            <p:spPr>
              <a:xfrm>
                <a:off x="6329725" y="1787550"/>
                <a:ext cx="127025" cy="124350"/>
              </a:xfrm>
              <a:custGeom>
                <a:avLst/>
                <a:gdLst/>
                <a:ahLst/>
                <a:cxnLst/>
                <a:rect l="l" t="t" r="r" b="b"/>
                <a:pathLst>
                  <a:path w="5081" h="4974" extrusionOk="0">
                    <a:moveTo>
                      <a:pt x="3903" y="1"/>
                    </a:moveTo>
                    <a:cubicBezTo>
                      <a:pt x="3626" y="1"/>
                      <a:pt x="3356" y="104"/>
                      <a:pt x="3143" y="316"/>
                    </a:cubicBezTo>
                    <a:lnTo>
                      <a:pt x="0" y="3454"/>
                    </a:lnTo>
                    <a:lnTo>
                      <a:pt x="1520" y="4973"/>
                    </a:lnTo>
                    <a:lnTo>
                      <a:pt x="4662" y="1831"/>
                    </a:lnTo>
                    <a:cubicBezTo>
                      <a:pt x="5081" y="1412"/>
                      <a:pt x="5081" y="735"/>
                      <a:pt x="4662" y="316"/>
                    </a:cubicBezTo>
                    <a:cubicBezTo>
                      <a:pt x="4450" y="104"/>
                      <a:pt x="4180" y="1"/>
                      <a:pt x="39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541" name="Google Shape;541;p32"/>
          <p:cNvCxnSpPr/>
          <p:nvPr/>
        </p:nvCxnSpPr>
        <p:spPr>
          <a:xfrm>
            <a:off x="5290463" y="3109496"/>
            <a:ext cx="2154900" cy="1180800"/>
          </a:xfrm>
          <a:prstGeom prst="bentConnector4">
            <a:avLst>
              <a:gd name="adj1" fmla="val 29541"/>
              <a:gd name="adj2" fmla="val 13503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2" name="Google Shape;542;p32"/>
          <p:cNvSpPr/>
          <p:nvPr/>
        </p:nvSpPr>
        <p:spPr>
          <a:xfrm>
            <a:off x="7699422" y="1507304"/>
            <a:ext cx="255542" cy="435892"/>
          </a:xfrm>
          <a:custGeom>
            <a:avLst/>
            <a:gdLst/>
            <a:ahLst/>
            <a:cxnLst/>
            <a:rect l="l" t="t" r="r" b="b"/>
            <a:pathLst>
              <a:path w="13098" h="22342" extrusionOk="0">
                <a:moveTo>
                  <a:pt x="13098" y="0"/>
                </a:moveTo>
                <a:lnTo>
                  <a:pt x="7704" y="577"/>
                </a:lnTo>
                <a:lnTo>
                  <a:pt x="768" y="10400"/>
                </a:lnTo>
                <a:lnTo>
                  <a:pt x="5203" y="11168"/>
                </a:lnTo>
                <a:lnTo>
                  <a:pt x="0" y="22341"/>
                </a:lnTo>
                <a:lnTo>
                  <a:pt x="11752" y="7317"/>
                </a:lnTo>
                <a:lnTo>
                  <a:pt x="7514" y="6739"/>
                </a:lnTo>
                <a:lnTo>
                  <a:pt x="13098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32"/>
          <p:cNvSpPr/>
          <p:nvPr/>
        </p:nvSpPr>
        <p:spPr>
          <a:xfrm>
            <a:off x="6935947" y="1507304"/>
            <a:ext cx="255542" cy="435892"/>
          </a:xfrm>
          <a:custGeom>
            <a:avLst/>
            <a:gdLst/>
            <a:ahLst/>
            <a:cxnLst/>
            <a:rect l="l" t="t" r="r" b="b"/>
            <a:pathLst>
              <a:path w="13098" h="22342" extrusionOk="0">
                <a:moveTo>
                  <a:pt x="13098" y="0"/>
                </a:moveTo>
                <a:lnTo>
                  <a:pt x="7704" y="577"/>
                </a:lnTo>
                <a:lnTo>
                  <a:pt x="768" y="10400"/>
                </a:lnTo>
                <a:lnTo>
                  <a:pt x="5203" y="11168"/>
                </a:lnTo>
                <a:lnTo>
                  <a:pt x="0" y="22341"/>
                </a:lnTo>
                <a:lnTo>
                  <a:pt x="11752" y="7317"/>
                </a:lnTo>
                <a:lnTo>
                  <a:pt x="7514" y="6739"/>
                </a:lnTo>
                <a:lnTo>
                  <a:pt x="13098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Sous-titre 1"/>
          <p:cNvSpPr>
            <a:spLocks noGrp="1"/>
          </p:cNvSpPr>
          <p:nvPr>
            <p:ph type="subTitle" idx="1"/>
          </p:nvPr>
        </p:nvSpPr>
        <p:spPr>
          <a:xfrm>
            <a:off x="3250765" y="3388457"/>
            <a:ext cx="4807200" cy="1669884"/>
          </a:xfrm>
        </p:spPr>
        <p:txBody>
          <a:bodyPr/>
          <a:lstStyle/>
          <a:p>
            <a:r>
              <a:rPr lang="fr-FR" sz="1400" dirty="0"/>
              <a:t>Réalisée par :</a:t>
            </a:r>
          </a:p>
          <a:p>
            <a:r>
              <a:rPr lang="fr-FR" sz="1400" dirty="0"/>
              <a:t>ISMAILI AMINA </a:t>
            </a:r>
          </a:p>
          <a:p>
            <a:r>
              <a:rPr lang="fr-FR" sz="1400" dirty="0"/>
              <a:t>CHOUACHA MARWA </a:t>
            </a:r>
          </a:p>
          <a:p>
            <a:r>
              <a:rPr lang="fr-FR" sz="1400" dirty="0"/>
              <a:t>CHALI MALAMA</a:t>
            </a:r>
          </a:p>
          <a:p>
            <a:r>
              <a:rPr lang="fr-FR" sz="1400" dirty="0"/>
              <a:t>TRAORE SOULEYMANE </a:t>
            </a:r>
          </a:p>
          <a:p>
            <a:r>
              <a:rPr lang="fr-FR" sz="1400" dirty="0"/>
              <a:t>AKAKPO KOFFI MOISE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572191" y="3029858"/>
            <a:ext cx="1858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Jura" panose="020B0604020202020204" charset="0"/>
                <a:ea typeface="Jura" panose="020B0604020202020204" charset="0"/>
              </a:rPr>
              <a:t>Encadrée par :</a:t>
            </a:r>
          </a:p>
          <a:p>
            <a:r>
              <a:rPr lang="fr-FR" dirty="0">
                <a:solidFill>
                  <a:schemeClr val="bg1"/>
                </a:solidFill>
                <a:latin typeface="Jura" panose="020B0604020202020204" charset="0"/>
                <a:ea typeface="Jura" panose="020B0604020202020204" charset="0"/>
              </a:rPr>
              <a:t>Mr. RAMCHOUN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4"/>
          <p:cNvSpPr txBox="1">
            <a:spLocks noGrp="1"/>
          </p:cNvSpPr>
          <p:nvPr>
            <p:ph type="title"/>
          </p:nvPr>
        </p:nvSpPr>
        <p:spPr>
          <a:xfrm>
            <a:off x="3828213" y="597875"/>
            <a:ext cx="4817700" cy="74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559" name="Google Shape;559;p34"/>
          <p:cNvSpPr txBox="1">
            <a:spLocks noGrp="1"/>
          </p:cNvSpPr>
          <p:nvPr>
            <p:ph type="subTitle" idx="1"/>
          </p:nvPr>
        </p:nvSpPr>
        <p:spPr>
          <a:xfrm>
            <a:off x="2526569" y="1547169"/>
            <a:ext cx="6176494" cy="250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à l’essor des véhicules électriques (VE) et aux enjeux énergétiques actuels, l’optimisation de la recharge constitue un défi crucial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 projet propose une solution interactive pour planifier efficacement la recharge des véhicules électriques en  </a:t>
            </a:r>
            <a:r>
              <a:rPr lang="fr-FR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minimiser le pic de charge sur le réseau et améliorer la satisfaction client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lvl="0" indent="0" algn="just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interface Streamlit permet de visualiser et tester les résultats de manière interactive.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60" name="Google Shape;560;p34"/>
          <p:cNvGrpSpPr/>
          <p:nvPr/>
        </p:nvGrpSpPr>
        <p:grpSpPr>
          <a:xfrm>
            <a:off x="1039469" y="1178744"/>
            <a:ext cx="1091175" cy="2710950"/>
            <a:chOff x="985500" y="1012925"/>
            <a:chExt cx="1091175" cy="2710950"/>
          </a:xfrm>
        </p:grpSpPr>
        <p:sp>
          <p:nvSpPr>
            <p:cNvPr id="561" name="Google Shape;561;p34"/>
            <p:cNvSpPr/>
            <p:nvPr/>
          </p:nvSpPr>
          <p:spPr>
            <a:xfrm flipH="1">
              <a:off x="1266725" y="1444125"/>
              <a:ext cx="809950" cy="2279750"/>
            </a:xfrm>
            <a:custGeom>
              <a:avLst/>
              <a:gdLst/>
              <a:ahLst/>
              <a:cxnLst/>
              <a:rect l="l" t="t" r="r" b="b"/>
              <a:pathLst>
                <a:path w="32398" h="91190" extrusionOk="0">
                  <a:moveTo>
                    <a:pt x="1" y="0"/>
                  </a:moveTo>
                  <a:lnTo>
                    <a:pt x="1" y="91189"/>
                  </a:lnTo>
                  <a:lnTo>
                    <a:pt x="32397" y="91189"/>
                  </a:lnTo>
                  <a:lnTo>
                    <a:pt x="323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4"/>
            <p:cNvSpPr/>
            <p:nvPr/>
          </p:nvSpPr>
          <p:spPr>
            <a:xfrm flipH="1">
              <a:off x="985500" y="1444125"/>
              <a:ext cx="281250" cy="2279750"/>
            </a:xfrm>
            <a:custGeom>
              <a:avLst/>
              <a:gdLst/>
              <a:ahLst/>
              <a:cxnLst/>
              <a:rect l="l" t="t" r="r" b="b"/>
              <a:pathLst>
                <a:path w="11250" h="91190" extrusionOk="0">
                  <a:moveTo>
                    <a:pt x="0" y="0"/>
                  </a:moveTo>
                  <a:lnTo>
                    <a:pt x="0" y="91189"/>
                  </a:lnTo>
                  <a:lnTo>
                    <a:pt x="11250" y="91189"/>
                  </a:lnTo>
                  <a:lnTo>
                    <a:pt x="11250" y="0"/>
                  </a:lnTo>
                  <a:close/>
                </a:path>
              </a:pathLst>
            </a:custGeom>
            <a:solidFill>
              <a:srgbClr val="DFE7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4"/>
            <p:cNvSpPr/>
            <p:nvPr/>
          </p:nvSpPr>
          <p:spPr>
            <a:xfrm flipH="1">
              <a:off x="1009600" y="1012925"/>
              <a:ext cx="1067075" cy="436000"/>
            </a:xfrm>
            <a:custGeom>
              <a:avLst/>
              <a:gdLst/>
              <a:ahLst/>
              <a:cxnLst/>
              <a:rect l="l" t="t" r="r" b="b"/>
              <a:pathLst>
                <a:path w="42683" h="17440" extrusionOk="0">
                  <a:moveTo>
                    <a:pt x="10291" y="0"/>
                  </a:moveTo>
                  <a:cubicBezTo>
                    <a:pt x="6994" y="0"/>
                    <a:pt x="4107" y="2211"/>
                    <a:pt x="3252" y="5393"/>
                  </a:cubicBezTo>
                  <a:lnTo>
                    <a:pt x="1" y="17440"/>
                  </a:lnTo>
                  <a:lnTo>
                    <a:pt x="32397" y="17440"/>
                  </a:lnTo>
                  <a:lnTo>
                    <a:pt x="426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4"/>
            <p:cNvSpPr/>
            <p:nvPr/>
          </p:nvSpPr>
          <p:spPr>
            <a:xfrm flipH="1">
              <a:off x="985500" y="1012925"/>
              <a:ext cx="281250" cy="436000"/>
            </a:xfrm>
            <a:custGeom>
              <a:avLst/>
              <a:gdLst/>
              <a:ahLst/>
              <a:cxnLst/>
              <a:rect l="l" t="t" r="r" b="b"/>
              <a:pathLst>
                <a:path w="11250" h="17440" extrusionOk="0">
                  <a:moveTo>
                    <a:pt x="10285" y="0"/>
                  </a:moveTo>
                  <a:cubicBezTo>
                    <a:pt x="6994" y="0"/>
                    <a:pt x="4107" y="2211"/>
                    <a:pt x="3246" y="5393"/>
                  </a:cubicBezTo>
                  <a:lnTo>
                    <a:pt x="0" y="17440"/>
                  </a:lnTo>
                  <a:lnTo>
                    <a:pt x="11250" y="17440"/>
                  </a:lnTo>
                  <a:lnTo>
                    <a:pt x="11250" y="0"/>
                  </a:lnTo>
                  <a:close/>
                </a:path>
              </a:pathLst>
            </a:custGeom>
            <a:solidFill>
              <a:srgbClr val="DFE7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4"/>
            <p:cNvSpPr/>
            <p:nvPr/>
          </p:nvSpPr>
          <p:spPr>
            <a:xfrm flipH="1">
              <a:off x="985500" y="1448900"/>
              <a:ext cx="281250" cy="2274975"/>
            </a:xfrm>
            <a:custGeom>
              <a:avLst/>
              <a:gdLst/>
              <a:ahLst/>
              <a:cxnLst/>
              <a:rect l="l" t="t" r="r" b="b"/>
              <a:pathLst>
                <a:path w="11250" h="90999" extrusionOk="0">
                  <a:moveTo>
                    <a:pt x="0" y="1"/>
                  </a:moveTo>
                  <a:lnTo>
                    <a:pt x="0" y="90998"/>
                  </a:lnTo>
                  <a:lnTo>
                    <a:pt x="11250" y="90998"/>
                  </a:lnTo>
                  <a:lnTo>
                    <a:pt x="112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4"/>
            <p:cNvSpPr/>
            <p:nvPr/>
          </p:nvSpPr>
          <p:spPr>
            <a:xfrm flipH="1">
              <a:off x="1265425" y="1444125"/>
              <a:ext cx="1325" cy="4800"/>
            </a:xfrm>
            <a:custGeom>
              <a:avLst/>
              <a:gdLst/>
              <a:ahLst/>
              <a:cxnLst/>
              <a:rect l="l" t="t" r="r" b="b"/>
              <a:pathLst>
                <a:path w="53" h="192" extrusionOk="0">
                  <a:moveTo>
                    <a:pt x="0" y="0"/>
                  </a:moveTo>
                  <a:lnTo>
                    <a:pt x="0" y="19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BFCE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4"/>
            <p:cNvSpPr/>
            <p:nvPr/>
          </p:nvSpPr>
          <p:spPr>
            <a:xfrm flipH="1">
              <a:off x="985500" y="1012925"/>
              <a:ext cx="279950" cy="431225"/>
            </a:xfrm>
            <a:custGeom>
              <a:avLst/>
              <a:gdLst/>
              <a:ahLst/>
              <a:cxnLst/>
              <a:rect l="l" t="t" r="r" b="b"/>
              <a:pathLst>
                <a:path w="11198" h="17249" extrusionOk="0">
                  <a:moveTo>
                    <a:pt x="10233" y="0"/>
                  </a:moveTo>
                  <a:cubicBezTo>
                    <a:pt x="6942" y="0"/>
                    <a:pt x="4055" y="2211"/>
                    <a:pt x="3194" y="5393"/>
                  </a:cubicBezTo>
                  <a:lnTo>
                    <a:pt x="1" y="17248"/>
                  </a:lnTo>
                  <a:lnTo>
                    <a:pt x="11198" y="17248"/>
                  </a:lnTo>
                  <a:lnTo>
                    <a:pt x="111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4"/>
            <p:cNvSpPr/>
            <p:nvPr/>
          </p:nvSpPr>
          <p:spPr>
            <a:xfrm flipH="1">
              <a:off x="985500" y="1444125"/>
              <a:ext cx="281250" cy="4800"/>
            </a:xfrm>
            <a:custGeom>
              <a:avLst/>
              <a:gdLst/>
              <a:ahLst/>
              <a:cxnLst/>
              <a:rect l="l" t="t" r="r" b="b"/>
              <a:pathLst>
                <a:path w="11250" h="192" extrusionOk="0">
                  <a:moveTo>
                    <a:pt x="53" y="0"/>
                  </a:moveTo>
                  <a:lnTo>
                    <a:pt x="0" y="192"/>
                  </a:lnTo>
                  <a:lnTo>
                    <a:pt x="11250" y="192"/>
                  </a:lnTo>
                  <a:lnTo>
                    <a:pt x="1125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4"/>
            <p:cNvSpPr/>
            <p:nvPr/>
          </p:nvSpPr>
          <p:spPr>
            <a:xfrm flipH="1">
              <a:off x="1515475" y="1138650"/>
              <a:ext cx="307800" cy="242700"/>
            </a:xfrm>
            <a:custGeom>
              <a:avLst/>
              <a:gdLst/>
              <a:ahLst/>
              <a:cxnLst/>
              <a:rect l="l" t="t" r="r" b="b"/>
              <a:pathLst>
                <a:path w="12312" h="9708" extrusionOk="0">
                  <a:moveTo>
                    <a:pt x="2604" y="1"/>
                  </a:moveTo>
                  <a:lnTo>
                    <a:pt x="0" y="9708"/>
                  </a:lnTo>
                  <a:lnTo>
                    <a:pt x="9707" y="9708"/>
                  </a:lnTo>
                  <a:lnTo>
                    <a:pt x="1231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4"/>
            <p:cNvSpPr/>
            <p:nvPr/>
          </p:nvSpPr>
          <p:spPr>
            <a:xfrm flipH="1">
              <a:off x="1780550" y="1771000"/>
              <a:ext cx="84025" cy="84050"/>
            </a:xfrm>
            <a:custGeom>
              <a:avLst/>
              <a:gdLst/>
              <a:ahLst/>
              <a:cxnLst/>
              <a:rect l="l" t="t" r="r" b="b"/>
              <a:pathLst>
                <a:path w="3361" h="3362" extrusionOk="0">
                  <a:moveTo>
                    <a:pt x="1680" y="0"/>
                  </a:moveTo>
                  <a:cubicBezTo>
                    <a:pt x="751" y="0"/>
                    <a:pt x="0" y="757"/>
                    <a:pt x="0" y="1680"/>
                  </a:cubicBezTo>
                  <a:cubicBezTo>
                    <a:pt x="0" y="2610"/>
                    <a:pt x="751" y="3361"/>
                    <a:pt x="1680" y="3361"/>
                  </a:cubicBezTo>
                  <a:cubicBezTo>
                    <a:pt x="2604" y="3361"/>
                    <a:pt x="3361" y="2610"/>
                    <a:pt x="3361" y="1680"/>
                  </a:cubicBezTo>
                  <a:cubicBezTo>
                    <a:pt x="3361" y="757"/>
                    <a:pt x="2604" y="0"/>
                    <a:pt x="16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4"/>
            <p:cNvSpPr/>
            <p:nvPr/>
          </p:nvSpPr>
          <p:spPr>
            <a:xfrm flipH="1">
              <a:off x="1822575" y="1771000"/>
              <a:ext cx="50400" cy="84050"/>
            </a:xfrm>
            <a:custGeom>
              <a:avLst/>
              <a:gdLst/>
              <a:ahLst/>
              <a:cxnLst/>
              <a:rect l="l" t="t" r="r" b="b"/>
              <a:pathLst>
                <a:path w="2016" h="3362" extrusionOk="0">
                  <a:moveTo>
                    <a:pt x="1" y="0"/>
                  </a:moveTo>
                  <a:lnTo>
                    <a:pt x="1" y="3361"/>
                  </a:lnTo>
                  <a:lnTo>
                    <a:pt x="2016" y="3361"/>
                  </a:lnTo>
                  <a:lnTo>
                    <a:pt x="2016" y="1680"/>
                  </a:lnTo>
                  <a:lnTo>
                    <a:pt x="20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4"/>
            <p:cNvSpPr/>
            <p:nvPr/>
          </p:nvSpPr>
          <p:spPr>
            <a:xfrm flipH="1">
              <a:off x="1830925" y="1771000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extrusionOk="0">
                  <a:moveTo>
                    <a:pt x="1681" y="0"/>
                  </a:moveTo>
                  <a:cubicBezTo>
                    <a:pt x="751" y="0"/>
                    <a:pt x="1" y="757"/>
                    <a:pt x="1" y="1680"/>
                  </a:cubicBezTo>
                  <a:cubicBezTo>
                    <a:pt x="1" y="2610"/>
                    <a:pt x="751" y="3361"/>
                    <a:pt x="1681" y="3361"/>
                  </a:cubicBezTo>
                  <a:cubicBezTo>
                    <a:pt x="2605" y="3361"/>
                    <a:pt x="3362" y="2610"/>
                    <a:pt x="3362" y="1680"/>
                  </a:cubicBezTo>
                  <a:cubicBezTo>
                    <a:pt x="3362" y="757"/>
                    <a:pt x="2605" y="0"/>
                    <a:pt x="16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4"/>
            <p:cNvSpPr/>
            <p:nvPr/>
          </p:nvSpPr>
          <p:spPr>
            <a:xfrm flipH="1">
              <a:off x="1624350" y="1771000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extrusionOk="0">
                  <a:moveTo>
                    <a:pt x="1682" y="0"/>
                  </a:moveTo>
                  <a:cubicBezTo>
                    <a:pt x="752" y="0"/>
                    <a:pt x="1" y="757"/>
                    <a:pt x="1" y="1680"/>
                  </a:cubicBezTo>
                  <a:cubicBezTo>
                    <a:pt x="1" y="2610"/>
                    <a:pt x="752" y="3361"/>
                    <a:pt x="1682" y="3361"/>
                  </a:cubicBezTo>
                  <a:cubicBezTo>
                    <a:pt x="2612" y="3361"/>
                    <a:pt x="3362" y="2610"/>
                    <a:pt x="3362" y="1680"/>
                  </a:cubicBezTo>
                  <a:cubicBezTo>
                    <a:pt x="3362" y="757"/>
                    <a:pt x="2612" y="0"/>
                    <a:pt x="16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4"/>
            <p:cNvSpPr/>
            <p:nvPr/>
          </p:nvSpPr>
          <p:spPr>
            <a:xfrm flipH="1">
              <a:off x="1666325" y="1771000"/>
              <a:ext cx="50425" cy="84050"/>
            </a:xfrm>
            <a:custGeom>
              <a:avLst/>
              <a:gdLst/>
              <a:ahLst/>
              <a:cxnLst/>
              <a:rect l="l" t="t" r="r" b="b"/>
              <a:pathLst>
                <a:path w="2017" h="3362" extrusionOk="0">
                  <a:moveTo>
                    <a:pt x="1" y="0"/>
                  </a:moveTo>
                  <a:lnTo>
                    <a:pt x="1" y="3361"/>
                  </a:lnTo>
                  <a:lnTo>
                    <a:pt x="2016" y="3361"/>
                  </a:lnTo>
                  <a:lnTo>
                    <a:pt x="2016" y="1680"/>
                  </a:lnTo>
                  <a:lnTo>
                    <a:pt x="20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4"/>
            <p:cNvSpPr/>
            <p:nvPr/>
          </p:nvSpPr>
          <p:spPr>
            <a:xfrm flipH="1">
              <a:off x="1674725" y="1771000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extrusionOk="0">
                  <a:moveTo>
                    <a:pt x="1682" y="0"/>
                  </a:moveTo>
                  <a:cubicBezTo>
                    <a:pt x="752" y="0"/>
                    <a:pt x="1" y="757"/>
                    <a:pt x="1" y="1680"/>
                  </a:cubicBezTo>
                  <a:cubicBezTo>
                    <a:pt x="1" y="2610"/>
                    <a:pt x="752" y="3361"/>
                    <a:pt x="1682" y="3361"/>
                  </a:cubicBezTo>
                  <a:cubicBezTo>
                    <a:pt x="2605" y="3361"/>
                    <a:pt x="3362" y="2610"/>
                    <a:pt x="3362" y="1680"/>
                  </a:cubicBezTo>
                  <a:cubicBezTo>
                    <a:pt x="3362" y="757"/>
                    <a:pt x="2605" y="0"/>
                    <a:pt x="16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4"/>
            <p:cNvSpPr/>
            <p:nvPr/>
          </p:nvSpPr>
          <p:spPr>
            <a:xfrm flipH="1">
              <a:off x="1468100" y="1771000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extrusionOk="0">
                  <a:moveTo>
                    <a:pt x="1680" y="0"/>
                  </a:moveTo>
                  <a:cubicBezTo>
                    <a:pt x="750" y="0"/>
                    <a:pt x="0" y="757"/>
                    <a:pt x="0" y="1680"/>
                  </a:cubicBezTo>
                  <a:cubicBezTo>
                    <a:pt x="0" y="2610"/>
                    <a:pt x="750" y="3361"/>
                    <a:pt x="1680" y="3361"/>
                  </a:cubicBezTo>
                  <a:cubicBezTo>
                    <a:pt x="2610" y="3361"/>
                    <a:pt x="3361" y="2610"/>
                    <a:pt x="3361" y="1680"/>
                  </a:cubicBezTo>
                  <a:cubicBezTo>
                    <a:pt x="3361" y="757"/>
                    <a:pt x="2610" y="0"/>
                    <a:pt x="16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4"/>
            <p:cNvSpPr/>
            <p:nvPr/>
          </p:nvSpPr>
          <p:spPr>
            <a:xfrm flipH="1">
              <a:off x="1510150" y="1771000"/>
              <a:ext cx="50400" cy="84050"/>
            </a:xfrm>
            <a:custGeom>
              <a:avLst/>
              <a:gdLst/>
              <a:ahLst/>
              <a:cxnLst/>
              <a:rect l="l" t="t" r="r" b="b"/>
              <a:pathLst>
                <a:path w="2016" h="3362" extrusionOk="0">
                  <a:moveTo>
                    <a:pt x="1" y="0"/>
                  </a:moveTo>
                  <a:lnTo>
                    <a:pt x="1" y="3361"/>
                  </a:lnTo>
                  <a:lnTo>
                    <a:pt x="2016" y="3361"/>
                  </a:lnTo>
                  <a:lnTo>
                    <a:pt x="2016" y="1680"/>
                  </a:lnTo>
                  <a:lnTo>
                    <a:pt x="20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4"/>
            <p:cNvSpPr/>
            <p:nvPr/>
          </p:nvSpPr>
          <p:spPr>
            <a:xfrm flipH="1">
              <a:off x="1518525" y="1771000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extrusionOk="0">
                  <a:moveTo>
                    <a:pt x="1682" y="0"/>
                  </a:moveTo>
                  <a:cubicBezTo>
                    <a:pt x="752" y="0"/>
                    <a:pt x="1" y="757"/>
                    <a:pt x="1" y="1680"/>
                  </a:cubicBezTo>
                  <a:cubicBezTo>
                    <a:pt x="1" y="2610"/>
                    <a:pt x="752" y="3361"/>
                    <a:pt x="1682" y="3361"/>
                  </a:cubicBezTo>
                  <a:cubicBezTo>
                    <a:pt x="2612" y="3361"/>
                    <a:pt x="3361" y="2610"/>
                    <a:pt x="3361" y="1680"/>
                  </a:cubicBezTo>
                  <a:cubicBezTo>
                    <a:pt x="3361" y="757"/>
                    <a:pt x="2612" y="0"/>
                    <a:pt x="168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4"/>
            <p:cNvSpPr/>
            <p:nvPr/>
          </p:nvSpPr>
          <p:spPr>
            <a:xfrm flipH="1">
              <a:off x="1462650" y="1995025"/>
              <a:ext cx="465300" cy="678850"/>
            </a:xfrm>
            <a:custGeom>
              <a:avLst/>
              <a:gdLst/>
              <a:ahLst/>
              <a:cxnLst/>
              <a:rect l="l" t="t" r="r" b="b"/>
              <a:pathLst>
                <a:path w="18612" h="27154" extrusionOk="0">
                  <a:moveTo>
                    <a:pt x="0" y="1"/>
                  </a:moveTo>
                  <a:lnTo>
                    <a:pt x="0" y="27154"/>
                  </a:lnTo>
                  <a:lnTo>
                    <a:pt x="18612" y="27154"/>
                  </a:lnTo>
                  <a:lnTo>
                    <a:pt x="1861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4"/>
            <p:cNvSpPr/>
            <p:nvPr/>
          </p:nvSpPr>
          <p:spPr>
            <a:xfrm flipH="1">
              <a:off x="1462650" y="1995025"/>
              <a:ext cx="345625" cy="678850"/>
            </a:xfrm>
            <a:custGeom>
              <a:avLst/>
              <a:gdLst/>
              <a:ahLst/>
              <a:cxnLst/>
              <a:rect l="l" t="t" r="r" b="b"/>
              <a:pathLst>
                <a:path w="13825" h="27154" extrusionOk="0">
                  <a:moveTo>
                    <a:pt x="0" y="1"/>
                  </a:moveTo>
                  <a:lnTo>
                    <a:pt x="0" y="27154"/>
                  </a:lnTo>
                  <a:lnTo>
                    <a:pt x="13825" y="27154"/>
                  </a:lnTo>
                  <a:lnTo>
                    <a:pt x="138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4"/>
            <p:cNvSpPr/>
            <p:nvPr/>
          </p:nvSpPr>
          <p:spPr>
            <a:xfrm flipH="1">
              <a:off x="1462650" y="2363625"/>
              <a:ext cx="465300" cy="310250"/>
            </a:xfrm>
            <a:custGeom>
              <a:avLst/>
              <a:gdLst/>
              <a:ahLst/>
              <a:cxnLst/>
              <a:rect l="l" t="t" r="r" b="b"/>
              <a:pathLst>
                <a:path w="18612" h="12410" extrusionOk="0">
                  <a:moveTo>
                    <a:pt x="4977" y="0"/>
                  </a:moveTo>
                  <a:lnTo>
                    <a:pt x="0" y="12410"/>
                  </a:lnTo>
                  <a:lnTo>
                    <a:pt x="18612" y="12410"/>
                  </a:lnTo>
                  <a:lnTo>
                    <a:pt x="186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4"/>
            <p:cNvSpPr/>
            <p:nvPr/>
          </p:nvSpPr>
          <p:spPr>
            <a:xfrm flipH="1">
              <a:off x="1615100" y="1188900"/>
              <a:ext cx="114075" cy="158550"/>
            </a:xfrm>
            <a:custGeom>
              <a:avLst/>
              <a:gdLst/>
              <a:ahLst/>
              <a:cxnLst/>
              <a:rect l="l" t="t" r="r" b="b"/>
              <a:pathLst>
                <a:path w="4563" h="6342" extrusionOk="0">
                  <a:moveTo>
                    <a:pt x="4563" y="0"/>
                  </a:moveTo>
                  <a:lnTo>
                    <a:pt x="1773" y="30"/>
                  </a:lnTo>
                  <a:lnTo>
                    <a:pt x="0" y="3927"/>
                  </a:lnTo>
                  <a:lnTo>
                    <a:pt x="1981" y="3263"/>
                  </a:lnTo>
                  <a:lnTo>
                    <a:pt x="763" y="6341"/>
                  </a:lnTo>
                  <a:lnTo>
                    <a:pt x="4153" y="1928"/>
                  </a:lnTo>
                  <a:lnTo>
                    <a:pt x="4153" y="1928"/>
                  </a:lnTo>
                  <a:lnTo>
                    <a:pt x="2743" y="1946"/>
                  </a:lnTo>
                  <a:lnTo>
                    <a:pt x="456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5"/>
          <p:cNvSpPr txBox="1">
            <a:spLocks noGrp="1"/>
          </p:cNvSpPr>
          <p:nvPr>
            <p:ph type="title"/>
          </p:nvPr>
        </p:nvSpPr>
        <p:spPr>
          <a:xfrm>
            <a:off x="473046" y="3756631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dirty="0"/>
              <a:t>solution </a:t>
            </a:r>
            <a:br>
              <a:rPr lang="fr-FR" dirty="0"/>
            </a:br>
            <a:r>
              <a:rPr lang="fr-FR" dirty="0"/>
              <a:t> NSGA-II</a:t>
            </a:r>
            <a:endParaRPr dirty="0"/>
          </a:p>
        </p:txBody>
      </p:sp>
      <p:sp>
        <p:nvSpPr>
          <p:cNvPr id="588" name="Google Shape;588;p35"/>
          <p:cNvSpPr txBox="1">
            <a:spLocks noGrp="1"/>
          </p:cNvSpPr>
          <p:nvPr>
            <p:ph type="title" idx="2"/>
          </p:nvPr>
        </p:nvSpPr>
        <p:spPr>
          <a:xfrm>
            <a:off x="1083015" y="3250761"/>
            <a:ext cx="12753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04.</a:t>
            </a:r>
            <a:endParaRPr dirty="0"/>
          </a:p>
        </p:txBody>
      </p:sp>
      <p:sp>
        <p:nvSpPr>
          <p:cNvPr id="590" name="Google Shape;590;p35"/>
          <p:cNvSpPr txBox="1">
            <a:spLocks noGrp="1"/>
          </p:cNvSpPr>
          <p:nvPr>
            <p:ph type="title" idx="3"/>
          </p:nvPr>
        </p:nvSpPr>
        <p:spPr>
          <a:xfrm>
            <a:off x="742311" y="55893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PLAN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591" name="Google Shape;591;p35"/>
          <p:cNvCxnSpPr/>
          <p:nvPr/>
        </p:nvCxnSpPr>
        <p:spPr>
          <a:xfrm>
            <a:off x="-233825" y="454400"/>
            <a:ext cx="94083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2" name="Google Shape;592;p35"/>
          <p:cNvSpPr txBox="1">
            <a:spLocks noGrp="1"/>
          </p:cNvSpPr>
          <p:nvPr>
            <p:ph type="title" idx="4"/>
          </p:nvPr>
        </p:nvSpPr>
        <p:spPr>
          <a:xfrm>
            <a:off x="3302125" y="157648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dirty="0"/>
              <a:t>Méthodologie</a:t>
            </a:r>
            <a:endParaRPr dirty="0"/>
          </a:p>
        </p:txBody>
      </p:sp>
      <p:sp>
        <p:nvSpPr>
          <p:cNvPr id="593" name="Google Shape;593;p35"/>
          <p:cNvSpPr txBox="1">
            <a:spLocks noGrp="1"/>
          </p:cNvSpPr>
          <p:nvPr>
            <p:ph type="title" idx="5"/>
          </p:nvPr>
        </p:nvSpPr>
        <p:spPr>
          <a:xfrm>
            <a:off x="3675691" y="1106187"/>
            <a:ext cx="12753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02.</a:t>
            </a:r>
            <a:endParaRPr dirty="0"/>
          </a:p>
        </p:txBody>
      </p:sp>
      <p:sp>
        <p:nvSpPr>
          <p:cNvPr id="595" name="Google Shape;595;p35"/>
          <p:cNvSpPr txBox="1">
            <a:spLocks noGrp="1"/>
          </p:cNvSpPr>
          <p:nvPr>
            <p:ph type="title" idx="7"/>
          </p:nvPr>
        </p:nvSpPr>
        <p:spPr>
          <a:xfrm>
            <a:off x="6297170" y="1528945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fr-FR" b="1" dirty="0"/>
              <a:t>Données et paramètres</a:t>
            </a:r>
          </a:p>
        </p:txBody>
      </p:sp>
      <p:sp>
        <p:nvSpPr>
          <p:cNvPr id="596" name="Google Shape;596;p35"/>
          <p:cNvSpPr txBox="1">
            <a:spLocks noGrp="1"/>
          </p:cNvSpPr>
          <p:nvPr>
            <p:ph type="title" idx="8"/>
          </p:nvPr>
        </p:nvSpPr>
        <p:spPr>
          <a:xfrm>
            <a:off x="6827720" y="1090825"/>
            <a:ext cx="12753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03.</a:t>
            </a:r>
            <a:endParaRPr dirty="0"/>
          </a:p>
        </p:txBody>
      </p:sp>
      <p:sp>
        <p:nvSpPr>
          <p:cNvPr id="30" name="Google Shape;587;p35"/>
          <p:cNvSpPr txBox="1">
            <a:spLocks noGrp="1"/>
          </p:cNvSpPr>
          <p:nvPr>
            <p:ph type="title"/>
          </p:nvPr>
        </p:nvSpPr>
        <p:spPr>
          <a:xfrm>
            <a:off x="552465" y="1576486"/>
            <a:ext cx="2336400" cy="99525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Objectifs </a:t>
            </a:r>
            <a:r>
              <a:rPr lang="fr-FR" dirty="0"/>
              <a:t>et modèle mathématique</a:t>
            </a:r>
            <a:endParaRPr dirty="0"/>
          </a:p>
        </p:txBody>
      </p:sp>
      <p:sp>
        <p:nvSpPr>
          <p:cNvPr id="31" name="Google Shape;588;p35"/>
          <p:cNvSpPr txBox="1">
            <a:spLocks noGrp="1"/>
          </p:cNvSpPr>
          <p:nvPr>
            <p:ph type="title" idx="2"/>
          </p:nvPr>
        </p:nvSpPr>
        <p:spPr>
          <a:xfrm>
            <a:off x="1083015" y="1160988"/>
            <a:ext cx="12753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01.</a:t>
            </a:r>
            <a:endParaRPr dirty="0"/>
          </a:p>
        </p:txBody>
      </p:sp>
      <p:sp>
        <p:nvSpPr>
          <p:cNvPr id="32" name="Google Shape;592;p35"/>
          <p:cNvSpPr txBox="1">
            <a:spLocks noGrp="1"/>
          </p:cNvSpPr>
          <p:nvPr>
            <p:ph type="title" idx="4"/>
          </p:nvPr>
        </p:nvSpPr>
        <p:spPr>
          <a:xfrm>
            <a:off x="3232382" y="375879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dirty="0"/>
              <a:t>Résultats obtenus</a:t>
            </a:r>
            <a:endParaRPr dirty="0"/>
          </a:p>
        </p:txBody>
      </p:sp>
      <p:sp>
        <p:nvSpPr>
          <p:cNvPr id="33" name="Google Shape;593;p35"/>
          <p:cNvSpPr txBox="1">
            <a:spLocks noGrp="1"/>
          </p:cNvSpPr>
          <p:nvPr>
            <p:ph type="title" idx="5"/>
          </p:nvPr>
        </p:nvSpPr>
        <p:spPr>
          <a:xfrm>
            <a:off x="3698002" y="3246878"/>
            <a:ext cx="12753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05.</a:t>
            </a:r>
            <a:endParaRPr dirty="0"/>
          </a:p>
        </p:txBody>
      </p:sp>
      <p:sp>
        <p:nvSpPr>
          <p:cNvPr id="34" name="Google Shape;596;p35"/>
          <p:cNvSpPr txBox="1">
            <a:spLocks noGrp="1"/>
          </p:cNvSpPr>
          <p:nvPr>
            <p:ph type="title" idx="8"/>
          </p:nvPr>
        </p:nvSpPr>
        <p:spPr>
          <a:xfrm>
            <a:off x="6827720" y="3271409"/>
            <a:ext cx="12753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06.</a:t>
            </a:r>
            <a:endParaRPr dirty="0"/>
          </a:p>
        </p:txBody>
      </p:sp>
      <p:sp>
        <p:nvSpPr>
          <p:cNvPr id="35" name="Google Shape;595;p35"/>
          <p:cNvSpPr txBox="1">
            <a:spLocks noGrp="1"/>
          </p:cNvSpPr>
          <p:nvPr>
            <p:ph type="title" idx="7"/>
          </p:nvPr>
        </p:nvSpPr>
        <p:spPr>
          <a:xfrm>
            <a:off x="6239692" y="3756631"/>
            <a:ext cx="2336400" cy="88511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fr-FR" dirty="0"/>
              <a:t>Interface utilisateur (Streamlit)</a:t>
            </a:r>
            <a:endParaRPr lang="fr-FR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50"/>
          <p:cNvSpPr txBox="1">
            <a:spLocks noGrp="1"/>
          </p:cNvSpPr>
          <p:nvPr>
            <p:ph type="title"/>
          </p:nvPr>
        </p:nvSpPr>
        <p:spPr>
          <a:xfrm>
            <a:off x="3068349" y="2971804"/>
            <a:ext cx="5233737" cy="1971250"/>
          </a:xfrm>
          <a:prstGeom prst="rect">
            <a:avLst/>
          </a:prstGeom>
        </p:spPr>
        <p:txBody>
          <a:bodyPr spcFirstLastPara="1" wrap="square" lIns="91425" tIns="91425" rIns="457200" bIns="91425" anchor="ctr" anchorCtr="0">
            <a:noAutofit/>
          </a:bodyPr>
          <a:lstStyle/>
          <a:p>
            <a:pPr algn="l"/>
            <a:r>
              <a:rPr lang="fr-FR" dirty="0">
                <a:solidFill>
                  <a:schemeClr val="accent1"/>
                </a:solidFill>
              </a:rPr>
              <a:t>01.</a:t>
            </a:r>
            <a:br>
              <a:rPr lang="fr-FR" dirty="0">
                <a:solidFill>
                  <a:schemeClr val="accent1"/>
                </a:solidFill>
              </a:rPr>
            </a:br>
            <a:r>
              <a:rPr lang="fr-FR" dirty="0"/>
              <a:t>Objectifs et modèle mathématique</a:t>
            </a:r>
            <a:br>
              <a:rPr lang="fr-FR" dirty="0"/>
            </a:br>
            <a:endParaRPr dirty="0">
              <a:solidFill>
                <a:schemeClr val="accent1"/>
              </a:solidFill>
            </a:endParaRPr>
          </a:p>
        </p:txBody>
      </p:sp>
      <p:grpSp>
        <p:nvGrpSpPr>
          <p:cNvPr id="978" name="Google Shape;978;p50"/>
          <p:cNvGrpSpPr/>
          <p:nvPr/>
        </p:nvGrpSpPr>
        <p:grpSpPr>
          <a:xfrm>
            <a:off x="-233825" y="262867"/>
            <a:ext cx="6301119" cy="382141"/>
            <a:chOff x="-233825" y="262867"/>
            <a:chExt cx="6301119" cy="382141"/>
          </a:xfrm>
        </p:grpSpPr>
        <p:cxnSp>
          <p:nvCxnSpPr>
            <p:cNvPr id="979" name="Google Shape;979;p50"/>
            <p:cNvCxnSpPr/>
            <p:nvPr/>
          </p:nvCxnSpPr>
          <p:spPr>
            <a:xfrm>
              <a:off x="-233825" y="454400"/>
              <a:ext cx="5995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980" name="Google Shape;980;p50"/>
            <p:cNvGrpSpPr/>
            <p:nvPr/>
          </p:nvGrpSpPr>
          <p:grpSpPr>
            <a:xfrm rot="2700771">
              <a:off x="5739001" y="321019"/>
              <a:ext cx="274531" cy="265837"/>
              <a:chOff x="6021400" y="1654100"/>
              <a:chExt cx="435350" cy="421375"/>
            </a:xfrm>
          </p:grpSpPr>
          <p:sp>
            <p:nvSpPr>
              <p:cNvPr id="981" name="Google Shape;981;p50"/>
              <p:cNvSpPr/>
              <p:nvPr/>
            </p:nvSpPr>
            <p:spPr>
              <a:xfrm>
                <a:off x="6021400" y="1731075"/>
                <a:ext cx="355825" cy="344400"/>
              </a:xfrm>
              <a:custGeom>
                <a:avLst/>
                <a:gdLst/>
                <a:ahLst/>
                <a:cxnLst/>
                <a:rect l="l" t="t" r="r" b="b"/>
                <a:pathLst>
                  <a:path w="14233" h="13776" extrusionOk="0">
                    <a:moveTo>
                      <a:pt x="5024" y="0"/>
                    </a:moveTo>
                    <a:cubicBezTo>
                      <a:pt x="4837" y="135"/>
                      <a:pt x="4656" y="283"/>
                      <a:pt x="4489" y="458"/>
                    </a:cubicBezTo>
                    <a:lnTo>
                      <a:pt x="1829" y="3110"/>
                    </a:lnTo>
                    <a:cubicBezTo>
                      <a:pt x="0" y="4940"/>
                      <a:pt x="0" y="7915"/>
                      <a:pt x="1829" y="9750"/>
                    </a:cubicBezTo>
                    <a:lnTo>
                      <a:pt x="4489" y="12404"/>
                    </a:lnTo>
                    <a:cubicBezTo>
                      <a:pt x="5402" y="13318"/>
                      <a:pt x="6600" y="13775"/>
                      <a:pt x="7806" y="13775"/>
                    </a:cubicBezTo>
                    <a:cubicBezTo>
                      <a:pt x="9004" y="13775"/>
                      <a:pt x="10208" y="13318"/>
                      <a:pt x="11121" y="12404"/>
                    </a:cubicBezTo>
                    <a:lnTo>
                      <a:pt x="13782" y="9750"/>
                    </a:lnTo>
                    <a:cubicBezTo>
                      <a:pt x="13950" y="9577"/>
                      <a:pt x="14097" y="9396"/>
                      <a:pt x="14233" y="9209"/>
                    </a:cubicBezTo>
                    <a:lnTo>
                      <a:pt x="502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50"/>
              <p:cNvSpPr/>
              <p:nvPr/>
            </p:nvSpPr>
            <p:spPr>
              <a:xfrm>
                <a:off x="6196400" y="1654100"/>
                <a:ext cx="127050" cy="124475"/>
              </a:xfrm>
              <a:custGeom>
                <a:avLst/>
                <a:gdLst/>
                <a:ahLst/>
                <a:cxnLst/>
                <a:rect l="l" t="t" r="r" b="b"/>
                <a:pathLst>
                  <a:path w="5082" h="4979" extrusionOk="0">
                    <a:moveTo>
                      <a:pt x="3903" y="0"/>
                    </a:moveTo>
                    <a:cubicBezTo>
                      <a:pt x="3627" y="0"/>
                      <a:pt x="3349" y="110"/>
                      <a:pt x="3143" y="315"/>
                    </a:cubicBezTo>
                    <a:lnTo>
                      <a:pt x="1" y="3459"/>
                    </a:lnTo>
                    <a:lnTo>
                      <a:pt x="1520" y="4979"/>
                    </a:lnTo>
                    <a:lnTo>
                      <a:pt x="4662" y="1836"/>
                    </a:lnTo>
                    <a:cubicBezTo>
                      <a:pt x="5081" y="1417"/>
                      <a:pt x="5081" y="734"/>
                      <a:pt x="4662" y="315"/>
                    </a:cubicBezTo>
                    <a:cubicBezTo>
                      <a:pt x="4451" y="110"/>
                      <a:pt x="4174" y="0"/>
                      <a:pt x="39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50"/>
              <p:cNvSpPr/>
              <p:nvPr/>
            </p:nvSpPr>
            <p:spPr>
              <a:xfrm>
                <a:off x="6329725" y="1787550"/>
                <a:ext cx="127025" cy="124350"/>
              </a:xfrm>
              <a:custGeom>
                <a:avLst/>
                <a:gdLst/>
                <a:ahLst/>
                <a:cxnLst/>
                <a:rect l="l" t="t" r="r" b="b"/>
                <a:pathLst>
                  <a:path w="5081" h="4974" extrusionOk="0">
                    <a:moveTo>
                      <a:pt x="3903" y="1"/>
                    </a:moveTo>
                    <a:cubicBezTo>
                      <a:pt x="3626" y="1"/>
                      <a:pt x="3356" y="104"/>
                      <a:pt x="3143" y="316"/>
                    </a:cubicBezTo>
                    <a:lnTo>
                      <a:pt x="0" y="3454"/>
                    </a:lnTo>
                    <a:lnTo>
                      <a:pt x="1520" y="4973"/>
                    </a:lnTo>
                    <a:lnTo>
                      <a:pt x="4662" y="1831"/>
                    </a:lnTo>
                    <a:cubicBezTo>
                      <a:pt x="5081" y="1412"/>
                      <a:pt x="5081" y="735"/>
                      <a:pt x="4662" y="316"/>
                    </a:cubicBezTo>
                    <a:cubicBezTo>
                      <a:pt x="4450" y="104"/>
                      <a:pt x="4180" y="1"/>
                      <a:pt x="39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" name="Google Shape;588;p35"/>
          <p:cNvSpPr txBox="1">
            <a:spLocks/>
          </p:cNvSpPr>
          <p:nvPr/>
        </p:nvSpPr>
        <p:spPr>
          <a:xfrm>
            <a:off x="1083015" y="1160988"/>
            <a:ext cx="12753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/>
              <a:t>01.</a:t>
            </a:r>
            <a:endParaRPr lang="en" dirty="0"/>
          </a:p>
        </p:txBody>
      </p:sp>
      <p:sp>
        <p:nvSpPr>
          <p:cNvPr id="12" name="Google Shape;588;p35"/>
          <p:cNvSpPr txBox="1">
            <a:spLocks/>
          </p:cNvSpPr>
          <p:nvPr/>
        </p:nvSpPr>
        <p:spPr>
          <a:xfrm>
            <a:off x="1235415" y="1313388"/>
            <a:ext cx="12753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/>
              <a:t>01.</a:t>
            </a:r>
            <a:endParaRPr lang="e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37"/>
          <p:cNvSpPr txBox="1">
            <a:spLocks noGrp="1"/>
          </p:cNvSpPr>
          <p:nvPr>
            <p:ph type="subTitle" idx="1"/>
          </p:nvPr>
        </p:nvSpPr>
        <p:spPr>
          <a:xfrm>
            <a:off x="935178" y="1022684"/>
            <a:ext cx="6699689" cy="288689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Générer des scénarios optimisés de recharge</a:t>
            </a:r>
          </a:p>
          <a:p>
            <a:pPr marL="139700" indent="0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Prendre en compte :</a:t>
            </a:r>
          </a:p>
          <a:p>
            <a:pPr lvl="1" algn="l">
              <a:buFont typeface="Wingdings" panose="05000000000000000000" pitchFamily="2" charset="2"/>
              <a:buChar char="ü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plages horaires disponibles</a:t>
            </a:r>
          </a:p>
          <a:p>
            <a:pPr lvl="1" algn="l">
              <a:buFont typeface="Wingdings" panose="05000000000000000000" pitchFamily="2" charset="2"/>
              <a:buChar char="ü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demande énergétique</a:t>
            </a:r>
          </a:p>
          <a:p>
            <a:pPr lvl="1" algn="l">
              <a:buFont typeface="Wingdings" panose="05000000000000000000" pitchFamily="2" charset="2"/>
              <a:buChar char="ü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contraintes techniques (ports de recharge)</a:t>
            </a:r>
          </a:p>
          <a:p>
            <a:pPr marL="596900" lvl="1" indent="0" algn="l"/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Maximiser la stabilité du réseau / Satisfaction des utilisateurs</a:t>
            </a:r>
          </a:p>
          <a:p>
            <a:pPr marL="139700" indent="0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126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>
          <a:extLst>
            <a:ext uri="{FF2B5EF4-FFF2-40B4-BE49-F238E27FC236}">
              <a16:creationId xmlns:a16="http://schemas.microsoft.com/office/drawing/2014/main" id="{A656D3E6-E006-D1A4-1274-4FBC7354C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37">
            <a:extLst>
              <a:ext uri="{FF2B5EF4-FFF2-40B4-BE49-F238E27FC236}">
                <a16:creationId xmlns:a16="http://schemas.microsoft.com/office/drawing/2014/main" id="{4A99584A-DF94-AFA3-130E-58D21F1BE7F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741653" y="620008"/>
            <a:ext cx="5660694" cy="109830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39700" indent="0" algn="ctr"/>
            <a:r>
              <a:rPr lang="fr-FR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Variables de Décision si(t) </a:t>
            </a:r>
          </a:p>
        </p:txBody>
      </p:sp>
      <p:sp>
        <p:nvSpPr>
          <p:cNvPr id="3" name="Google Shape;617;p37">
            <a:extLst>
              <a:ext uri="{FF2B5EF4-FFF2-40B4-BE49-F238E27FC236}">
                <a16:creationId xmlns:a16="http://schemas.microsoft.com/office/drawing/2014/main" id="{3333D31E-CACD-3811-FF33-A3844B314730}"/>
              </a:ext>
            </a:extLst>
          </p:cNvPr>
          <p:cNvSpPr txBox="1">
            <a:spLocks/>
          </p:cNvSpPr>
          <p:nvPr/>
        </p:nvSpPr>
        <p:spPr>
          <a:xfrm>
            <a:off x="971273" y="1718310"/>
            <a:ext cx="6699689" cy="3019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8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9pPr>
          </a:lstStyle>
          <a:p>
            <a:pPr marL="139700" indent="0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Représente la fraction de la puissance de charge maximale utilisée par le VE i au créneau temporel t. </a:t>
            </a:r>
          </a:p>
          <a:p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: s3(5) = 0.8 signifie que le VE 3 charge à 80% de sa puissance maximale au  temporel 5. </a:t>
            </a:r>
          </a:p>
          <a:p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si(t) ∈ [0, 1] ∀i ∈ {1, ..., </a:t>
            </a: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NEVs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}, t ∈ {1, ..., T} </a:t>
            </a:r>
          </a:p>
          <a:p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Le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contrôle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précis des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taux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de charge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permet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une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gestion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dynamique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de la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demande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énergétique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adaptée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aux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besoins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spécifiques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chaque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VE et aux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contraintes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du réseau.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972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>
          <a:extLst>
            <a:ext uri="{FF2B5EF4-FFF2-40B4-BE49-F238E27FC236}">
              <a16:creationId xmlns:a16="http://schemas.microsoft.com/office/drawing/2014/main" id="{280C4094-F746-0943-87C1-47F8B2E27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CC6BAFF-8BE6-28FB-48D1-7A1DBEBBDDA5}"/>
              </a:ext>
            </a:extLst>
          </p:cNvPr>
          <p:cNvSpPr/>
          <p:nvPr/>
        </p:nvSpPr>
        <p:spPr>
          <a:xfrm>
            <a:off x="728068" y="572095"/>
            <a:ext cx="7321062" cy="57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550"/>
              </a:lnSpc>
              <a:buNone/>
            </a:pPr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Les Données d'Entrée du Modèle</a:t>
            </a:r>
            <a:endParaRPr lang="en-US" sz="32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B6E1FCC1-1447-2F87-0228-1A868C7B93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19537" y="-1415869"/>
            <a:ext cx="3159900" cy="7134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FE9D8C44-3CF2-1365-59A8-B1BAC637944E}"/>
              </a:ext>
            </a:extLst>
          </p:cNvPr>
          <p:cNvSpPr/>
          <p:nvPr/>
        </p:nvSpPr>
        <p:spPr>
          <a:xfrm>
            <a:off x="728066" y="1565910"/>
            <a:ext cx="7680245" cy="3460671"/>
          </a:xfrm>
          <a:prstGeom prst="roundRect">
            <a:avLst>
              <a:gd name="adj" fmla="val 6416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426DCD5C-F0F0-F27E-9FA1-DF2D8032397D}"/>
              </a:ext>
            </a:extLst>
          </p:cNvPr>
          <p:cNvSpPr/>
          <p:nvPr/>
        </p:nvSpPr>
        <p:spPr>
          <a:xfrm>
            <a:off x="735687" y="1573530"/>
            <a:ext cx="7672624" cy="41616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FAF71238-39F5-AA2E-9FAE-94F2B024EB83}"/>
              </a:ext>
            </a:extLst>
          </p:cNvPr>
          <p:cNvSpPr/>
          <p:nvPr/>
        </p:nvSpPr>
        <p:spPr>
          <a:xfrm>
            <a:off x="919739" y="1633436"/>
            <a:ext cx="972856" cy="397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Symbole</a:t>
            </a:r>
            <a:endParaRPr lang="en-US" sz="16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33B2785C-6136-64E4-AAE5-106F7AFB6951}"/>
              </a:ext>
            </a:extLst>
          </p:cNvPr>
          <p:cNvSpPr/>
          <p:nvPr/>
        </p:nvSpPr>
        <p:spPr>
          <a:xfrm>
            <a:off x="4698752" y="1657674"/>
            <a:ext cx="2404635" cy="283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Description</a:t>
            </a:r>
            <a:endParaRPr lang="en-US" sz="16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E1B57DF6-F7ED-42E8-1DBD-7D064A29E99C}"/>
              </a:ext>
            </a:extLst>
          </p:cNvPr>
          <p:cNvSpPr/>
          <p:nvPr/>
        </p:nvSpPr>
        <p:spPr>
          <a:xfrm>
            <a:off x="735688" y="2171105"/>
            <a:ext cx="1304925" cy="44384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E13A3280-5F3F-A2B6-8D3B-EECC69440285}"/>
              </a:ext>
            </a:extLst>
          </p:cNvPr>
          <p:cNvSpPr/>
          <p:nvPr/>
        </p:nvSpPr>
        <p:spPr>
          <a:xfrm>
            <a:off x="943689" y="2038707"/>
            <a:ext cx="948906" cy="496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Pcharge</a:t>
            </a:r>
            <a:endParaRPr lang="en-US" sz="16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8892AEB7-68F1-9CE8-6508-8D6B431117FA}"/>
              </a:ext>
            </a:extLst>
          </p:cNvPr>
          <p:cNvSpPr/>
          <p:nvPr/>
        </p:nvSpPr>
        <p:spPr>
          <a:xfrm>
            <a:off x="2040613" y="2069735"/>
            <a:ext cx="6763145" cy="465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Puissance de charge (kW) (par exemple, 7.4 kW pour "Charge </a:t>
            </a:r>
            <a:r>
              <a:rPr lang="en-US" sz="1600" dirty="0" err="1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accélérée</a:t>
            </a: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") </a:t>
            </a:r>
            <a:endParaRPr lang="en-US" sz="160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76ECBEFF-6BF8-8124-7E88-FE5E1B086991}"/>
              </a:ext>
            </a:extLst>
          </p:cNvPr>
          <p:cNvSpPr/>
          <p:nvPr/>
        </p:nvSpPr>
        <p:spPr>
          <a:xfrm>
            <a:off x="728066" y="2478383"/>
            <a:ext cx="7680244" cy="48015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A003C0B6-2D2D-ABC7-35BB-DAFD7986A6D0}"/>
              </a:ext>
            </a:extLst>
          </p:cNvPr>
          <p:cNvSpPr/>
          <p:nvPr/>
        </p:nvSpPr>
        <p:spPr>
          <a:xfrm>
            <a:off x="943690" y="2524387"/>
            <a:ext cx="948906" cy="459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Cgrid</a:t>
            </a:r>
            <a:endParaRPr lang="en-US" sz="16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ACC72EB4-F7D6-61D7-DD93-58BD51224F70}"/>
              </a:ext>
            </a:extLst>
          </p:cNvPr>
          <p:cNvSpPr/>
          <p:nvPr/>
        </p:nvSpPr>
        <p:spPr>
          <a:xfrm>
            <a:off x="2052367" y="2507743"/>
            <a:ext cx="5996762" cy="26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Capacité du réseau (kW)</a:t>
            </a:r>
            <a:endParaRPr lang="en-US" sz="1600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C276C248-13E9-01B0-03FB-B2C1B669B4CD}"/>
              </a:ext>
            </a:extLst>
          </p:cNvPr>
          <p:cNvSpPr/>
          <p:nvPr/>
        </p:nvSpPr>
        <p:spPr>
          <a:xfrm>
            <a:off x="437975" y="4241745"/>
            <a:ext cx="13159026" cy="59757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07F70744-14D0-AF13-26D4-0102753E2639}"/>
              </a:ext>
            </a:extLst>
          </p:cNvPr>
          <p:cNvSpPr/>
          <p:nvPr/>
        </p:nvSpPr>
        <p:spPr>
          <a:xfrm>
            <a:off x="943689" y="3003960"/>
            <a:ext cx="948906" cy="41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</a:t>
            </a:r>
            <a:endParaRPr lang="en-US" sz="16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B784A5C3-6FA3-D7F2-538F-AB16D6B70988}"/>
              </a:ext>
            </a:extLst>
          </p:cNvPr>
          <p:cNvSpPr/>
          <p:nvPr/>
        </p:nvSpPr>
        <p:spPr>
          <a:xfrm>
            <a:off x="2040613" y="3000089"/>
            <a:ext cx="6159698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Créneau horaire d'arrivée du VE i</a:t>
            </a:r>
            <a:endParaRPr lang="en-US" sz="1600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E60A9B4E-2152-40C5-3171-E2A0B3352448}"/>
              </a:ext>
            </a:extLst>
          </p:cNvPr>
          <p:cNvSpPr/>
          <p:nvPr/>
        </p:nvSpPr>
        <p:spPr>
          <a:xfrm>
            <a:off x="710276" y="3439014"/>
            <a:ext cx="7680244" cy="4801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789487DF-8455-5F79-458D-F2CF8D8EF537}"/>
              </a:ext>
            </a:extLst>
          </p:cNvPr>
          <p:cNvSpPr/>
          <p:nvPr/>
        </p:nvSpPr>
        <p:spPr>
          <a:xfrm>
            <a:off x="943689" y="3480565"/>
            <a:ext cx="948906" cy="398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</a:t>
            </a:r>
            <a:endParaRPr lang="en-US" sz="160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BD21E40E-3698-9706-6B76-62319FA33F11}"/>
              </a:ext>
            </a:extLst>
          </p:cNvPr>
          <p:cNvSpPr/>
          <p:nvPr/>
        </p:nvSpPr>
        <p:spPr>
          <a:xfrm>
            <a:off x="2052367" y="3465266"/>
            <a:ext cx="6159698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Créneau horaire de départ du VE i</a:t>
            </a:r>
            <a:endParaRPr lang="en-US" sz="1600" dirty="0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50AEBB2D-6B78-8584-95F5-79B2C2065FCF}"/>
              </a:ext>
            </a:extLst>
          </p:cNvPr>
          <p:cNvSpPr/>
          <p:nvPr/>
        </p:nvSpPr>
        <p:spPr>
          <a:xfrm>
            <a:off x="735687" y="4894183"/>
            <a:ext cx="13159026" cy="59757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42D22FB0-32E1-44B2-9380-E2621F9B40C3}"/>
              </a:ext>
            </a:extLst>
          </p:cNvPr>
          <p:cNvSpPr/>
          <p:nvPr/>
        </p:nvSpPr>
        <p:spPr>
          <a:xfrm>
            <a:off x="943689" y="3999776"/>
            <a:ext cx="948906" cy="37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Ei</a:t>
            </a:r>
            <a:endParaRPr lang="en-US" sz="160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A89950AD-6739-ED47-DC2D-2FF7477129A4}"/>
              </a:ext>
            </a:extLst>
          </p:cNvPr>
          <p:cNvSpPr/>
          <p:nvPr/>
        </p:nvSpPr>
        <p:spPr>
          <a:xfrm>
            <a:off x="2040613" y="3994749"/>
            <a:ext cx="6159698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Demande en énergie du VE i (kWh)</a:t>
            </a:r>
            <a:endParaRPr lang="en-US" sz="1600" dirty="0"/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54BFB2FD-AA2B-A648-EBE3-137AC5D47E44}"/>
              </a:ext>
            </a:extLst>
          </p:cNvPr>
          <p:cNvSpPr/>
          <p:nvPr/>
        </p:nvSpPr>
        <p:spPr>
          <a:xfrm>
            <a:off x="735687" y="4431463"/>
            <a:ext cx="7690414" cy="64979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96480A08-8FD3-AB13-DE7D-508EDCFA7EB0}"/>
              </a:ext>
            </a:extLst>
          </p:cNvPr>
          <p:cNvSpPr/>
          <p:nvPr/>
        </p:nvSpPr>
        <p:spPr>
          <a:xfrm>
            <a:off x="943689" y="4541491"/>
            <a:ext cx="948906" cy="315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</a:t>
            </a:r>
            <a:endParaRPr lang="en-US" sz="1600" dirty="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BF07694D-9583-BEC4-179F-7F1C2B0BA78D}"/>
              </a:ext>
            </a:extLst>
          </p:cNvPr>
          <p:cNvSpPr/>
          <p:nvPr/>
        </p:nvSpPr>
        <p:spPr>
          <a:xfrm>
            <a:off x="2052367" y="4431463"/>
            <a:ext cx="6159698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Nombre total de créneaux horaires (par exemple, 24 pour une résolution d'1 heure)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50726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>
          <a:extLst>
            <a:ext uri="{FF2B5EF4-FFF2-40B4-BE49-F238E27FC236}">
              <a16:creationId xmlns:a16="http://schemas.microsoft.com/office/drawing/2014/main" id="{90D6F007-E008-DD7D-923A-3AF829436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37">
            <a:extLst>
              <a:ext uri="{FF2B5EF4-FFF2-40B4-BE49-F238E27FC236}">
                <a16:creationId xmlns:a16="http://schemas.microsoft.com/office/drawing/2014/main" id="{319F75FB-68F6-5ABD-4E39-8EA122F95F2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68227" y="2571750"/>
            <a:ext cx="3670638" cy="224362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Premier terme : C’est la demande maximale de puissance  réelle sur tous les créneaux horaires.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Deuxième terme : Pénalise les charges de pointe dépassant la capacité du réseau (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Cgrid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9377CE6-3B3F-7147-E6C7-6A26EE0FC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26" y="1526550"/>
            <a:ext cx="3670638" cy="84589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40A0B6A-8032-43F1-E62B-E1920AACE7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526550"/>
            <a:ext cx="4016088" cy="845893"/>
          </a:xfrm>
          <a:prstGeom prst="rect">
            <a:avLst/>
          </a:prstGeom>
        </p:spPr>
      </p:pic>
      <p:sp>
        <p:nvSpPr>
          <p:cNvPr id="6" name="Google Shape;617;p37">
            <a:extLst>
              <a:ext uri="{FF2B5EF4-FFF2-40B4-BE49-F238E27FC236}">
                <a16:creationId xmlns:a16="http://schemas.microsoft.com/office/drawing/2014/main" id="{C79F4AE3-9715-C921-4571-3F17AE223F33}"/>
              </a:ext>
            </a:extLst>
          </p:cNvPr>
          <p:cNvSpPr txBox="1">
            <a:spLocks/>
          </p:cNvSpPr>
          <p:nvPr/>
        </p:nvSpPr>
        <p:spPr>
          <a:xfrm>
            <a:off x="4391526" y="2463466"/>
            <a:ext cx="3670638" cy="2243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8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Mesure la demande totale d’énergie non satisfaite pour tous les VE.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un VE reçoit moins d’énergie que demandée, le manque contribue à f2.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938F785-1812-9302-2E7B-C9BD4F5128BD}"/>
              </a:ext>
            </a:extLst>
          </p:cNvPr>
          <p:cNvSpPr txBox="1"/>
          <p:nvPr/>
        </p:nvSpPr>
        <p:spPr>
          <a:xfrm>
            <a:off x="1191126" y="549734"/>
            <a:ext cx="640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Minimisation des objectifs</a:t>
            </a:r>
          </a:p>
        </p:txBody>
      </p:sp>
    </p:spTree>
    <p:extLst>
      <p:ext uri="{BB962C8B-B14F-4D97-AF65-F5344CB8AC3E}">
        <p14:creationId xmlns:p14="http://schemas.microsoft.com/office/powerpoint/2010/main" val="2415902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>
          <a:extLst>
            <a:ext uri="{FF2B5EF4-FFF2-40B4-BE49-F238E27FC236}">
              <a16:creationId xmlns:a16="http://schemas.microsoft.com/office/drawing/2014/main" id="{D2114C90-DDEC-B0A6-4238-F2DE84672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37">
            <a:extLst>
              <a:ext uri="{FF2B5EF4-FFF2-40B4-BE49-F238E27FC236}">
                <a16:creationId xmlns:a16="http://schemas.microsoft.com/office/drawing/2014/main" id="{892EB206-4B13-402D-BEC8-CC3CFDAF23C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11116" y="2310327"/>
            <a:ext cx="3299938" cy="224362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39700" indent="0"/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Disponibilité de la Charge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VE ne peuvent pas charger en dehors de leur fenêtre de disponibilité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B55BC2F-B129-1682-C09A-F02EDCBC3744}"/>
              </a:ext>
            </a:extLst>
          </p:cNvPr>
          <p:cNvSpPr txBox="1"/>
          <p:nvPr/>
        </p:nvSpPr>
        <p:spPr>
          <a:xfrm>
            <a:off x="1070811" y="589547"/>
            <a:ext cx="57029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Contraintes</a:t>
            </a:r>
          </a:p>
        </p:txBody>
      </p:sp>
      <p:sp>
        <p:nvSpPr>
          <p:cNvPr id="3" name="Google Shape;617;p37">
            <a:extLst>
              <a:ext uri="{FF2B5EF4-FFF2-40B4-BE49-F238E27FC236}">
                <a16:creationId xmlns:a16="http://schemas.microsoft.com/office/drawing/2014/main" id="{E8081546-2E49-5E47-8A15-F64531440858}"/>
              </a:ext>
            </a:extLst>
          </p:cNvPr>
          <p:cNvSpPr txBox="1">
            <a:spLocks/>
          </p:cNvSpPr>
          <p:nvPr/>
        </p:nvSpPr>
        <p:spPr>
          <a:xfrm>
            <a:off x="4211054" y="2310327"/>
            <a:ext cx="3299938" cy="1924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8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9pPr>
          </a:lstStyle>
          <a:p>
            <a:pPr marL="139700" indent="0"/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Limites de Puissance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taux de charge ne peut pas dépasser la puissance maximale du chargeur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D1543A5-4555-8100-355A-0A32C8681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756" y="1831683"/>
            <a:ext cx="3057539" cy="58477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29939B06-E79E-C762-1D90-0CA9E22AAA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813" y="1831683"/>
            <a:ext cx="2854769" cy="5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150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>
          <a:extLst>
            <a:ext uri="{FF2B5EF4-FFF2-40B4-BE49-F238E27FC236}">
              <a16:creationId xmlns:a16="http://schemas.microsoft.com/office/drawing/2014/main" id="{9E61317E-858E-BDF5-9E4D-F93967426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37">
            <a:extLst>
              <a:ext uri="{FF2B5EF4-FFF2-40B4-BE49-F238E27FC236}">
                <a16:creationId xmlns:a16="http://schemas.microsoft.com/office/drawing/2014/main" id="{81A31B84-3403-B9F8-F5C1-F9EAD91DBFF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41095" y="2423467"/>
            <a:ext cx="2902894" cy="22109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39700" indent="0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Optimalité de Pareto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solutions représentent des compromis entre f1 (contrainte sur le réseau) et f2 (satisfaction de l’utilisateur).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Aucune solution unique ne minimise les deux objectifs simultanément.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4F5E0F7-C9E7-4749-F4E9-C84C665FDEF0}"/>
              </a:ext>
            </a:extLst>
          </p:cNvPr>
          <p:cNvSpPr txBox="1"/>
          <p:nvPr/>
        </p:nvSpPr>
        <p:spPr>
          <a:xfrm>
            <a:off x="-234615" y="585086"/>
            <a:ext cx="88913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Problème d’Optimisation Multi-Objectif</a:t>
            </a:r>
          </a:p>
        </p:txBody>
      </p:sp>
      <p:sp>
        <p:nvSpPr>
          <p:cNvPr id="3" name="Google Shape;617;p37">
            <a:extLst>
              <a:ext uri="{FF2B5EF4-FFF2-40B4-BE49-F238E27FC236}">
                <a16:creationId xmlns:a16="http://schemas.microsoft.com/office/drawing/2014/main" id="{75E7101E-1B63-DED5-8149-92259DB6B26E}"/>
              </a:ext>
            </a:extLst>
          </p:cNvPr>
          <p:cNvSpPr txBox="1">
            <a:spLocks/>
          </p:cNvSpPr>
          <p:nvPr/>
        </p:nvSpPr>
        <p:spPr>
          <a:xfrm>
            <a:off x="5913520" y="2423467"/>
            <a:ext cx="33671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8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9pPr>
          </a:lstStyle>
          <a:p>
            <a:pPr marL="139700" indent="0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Contraintes  Temporelle</a:t>
            </a:r>
          </a:p>
        </p:txBody>
      </p:sp>
      <p:sp>
        <p:nvSpPr>
          <p:cNvPr id="4" name="Google Shape;617;p37">
            <a:extLst>
              <a:ext uri="{FF2B5EF4-FFF2-40B4-BE49-F238E27FC236}">
                <a16:creationId xmlns:a16="http://schemas.microsoft.com/office/drawing/2014/main" id="{C2F6CA1B-DFC4-1559-3739-89CA840D9798}"/>
              </a:ext>
            </a:extLst>
          </p:cNvPr>
          <p:cNvSpPr txBox="1">
            <a:spLocks/>
          </p:cNvSpPr>
          <p:nvPr/>
        </p:nvSpPr>
        <p:spPr>
          <a:xfrm>
            <a:off x="3010626" y="2201779"/>
            <a:ext cx="2962232" cy="2272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8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9pPr>
          </a:lstStyle>
          <a:p>
            <a:pPr marL="139700" indent="0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Continues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/>
            <a:endParaRPr lang="fr-F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si(t) sont continues (pas binaires), permettant des taux de charge partiels.</a:t>
            </a:r>
          </a:p>
        </p:txBody>
      </p:sp>
      <p:sp>
        <p:nvSpPr>
          <p:cNvPr id="5" name="Google Shape;617;p37">
            <a:extLst>
              <a:ext uri="{FF2B5EF4-FFF2-40B4-BE49-F238E27FC236}">
                <a16:creationId xmlns:a16="http://schemas.microsoft.com/office/drawing/2014/main" id="{0B145B6C-3664-5000-A1DD-B92E318A49E6}"/>
              </a:ext>
            </a:extLst>
          </p:cNvPr>
          <p:cNvSpPr txBox="1">
            <a:spLocks/>
          </p:cNvSpPr>
          <p:nvPr/>
        </p:nvSpPr>
        <p:spPr>
          <a:xfrm>
            <a:off x="856149" y="1144819"/>
            <a:ext cx="6740970" cy="868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8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9pPr>
          </a:lstStyle>
          <a:p>
            <a:pPr marL="139700" indent="0"/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Comment minimiser f1 et f2 sous réserve de contraintes ?</a:t>
            </a:r>
          </a:p>
        </p:txBody>
      </p:sp>
      <p:sp>
        <p:nvSpPr>
          <p:cNvPr id="6" name="Google Shape;617;p37">
            <a:extLst>
              <a:ext uri="{FF2B5EF4-FFF2-40B4-BE49-F238E27FC236}">
                <a16:creationId xmlns:a16="http://schemas.microsoft.com/office/drawing/2014/main" id="{80ACA68E-6918-BF85-F5C5-744CA7014B73}"/>
              </a:ext>
            </a:extLst>
          </p:cNvPr>
          <p:cNvSpPr txBox="1">
            <a:spLocks/>
          </p:cNvSpPr>
          <p:nvPr/>
        </p:nvSpPr>
        <p:spPr>
          <a:xfrm>
            <a:off x="5946883" y="3031957"/>
            <a:ext cx="2511317" cy="1602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8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ura"/>
              <a:buNone/>
              <a:defRPr sz="1400" b="0" i="0" u="none" strike="noStrike" cap="none">
                <a:solidFill>
                  <a:schemeClr val="lt1"/>
                </a:solidFill>
                <a:latin typeface="Jura"/>
                <a:ea typeface="Jura"/>
                <a:cs typeface="Jura"/>
                <a:sym typeface="Jura"/>
              </a:defRPr>
            </a:lvl9pPr>
          </a:lstStyle>
          <a:p>
            <a:pPr marL="139700" indent="0"/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L’énergie livrée à un VE dépend de son programme de charge sur plusieurs créneaux horaires.</a:t>
            </a:r>
          </a:p>
        </p:txBody>
      </p:sp>
    </p:spTree>
    <p:extLst>
      <p:ext uri="{BB962C8B-B14F-4D97-AF65-F5344CB8AC3E}">
        <p14:creationId xmlns:p14="http://schemas.microsoft.com/office/powerpoint/2010/main" val="3886808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>
          <a:extLst>
            <a:ext uri="{FF2B5EF4-FFF2-40B4-BE49-F238E27FC236}">
              <a16:creationId xmlns:a16="http://schemas.microsoft.com/office/drawing/2014/main" id="{C3DA9E6B-525B-6206-DAD9-4F57DAA8B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A520A05-98FB-1B50-CB5E-F05A7642599B}"/>
              </a:ext>
            </a:extLst>
          </p:cNvPr>
          <p:cNvSpPr/>
          <p:nvPr/>
        </p:nvSpPr>
        <p:spPr>
          <a:xfrm>
            <a:off x="742950" y="585311"/>
            <a:ext cx="7546808" cy="8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00"/>
              </a:lnSpc>
              <a:buNone/>
            </a:pPr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Exemple de Calcul</a:t>
            </a:r>
            <a:endParaRPr lang="en-US" sz="32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916420B-7DDD-6D07-0FC3-5FAE313CA3F0}"/>
              </a:ext>
            </a:extLst>
          </p:cNvPr>
          <p:cNvSpPr/>
          <p:nvPr/>
        </p:nvSpPr>
        <p:spPr>
          <a:xfrm>
            <a:off x="466224" y="1246301"/>
            <a:ext cx="7823534" cy="1833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Considérons un exemple simplifié avec deux VE et des paramètres spécifiques pour illustrer le fonctionnement du modèle et le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calcul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des valeurs des objectifs. Cet exemple démontre comment le modèle équilibre les besoins des utilisateurs avec les contraintes du réseau.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ts val="2650"/>
              </a:lnSpc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 1 : a1 = 1, d1 = 3, E1 = 15 kWh </a:t>
            </a:r>
          </a:p>
          <a:p>
            <a:pPr marL="285750" indent="-285750" algn="l">
              <a:lnSpc>
                <a:spcPts val="2650"/>
              </a:lnSpc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 2 : a2 = 2, d2 = 4, E2 = 10 kWh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6A3FA106-52A5-CB74-8BE2-5302DA27CA81}"/>
              </a:ext>
            </a:extLst>
          </p:cNvPr>
          <p:cNvSpPr/>
          <p:nvPr/>
        </p:nvSpPr>
        <p:spPr>
          <a:xfrm>
            <a:off x="558090" y="3860362"/>
            <a:ext cx="1691816" cy="535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5500" b="1" dirty="0">
                <a:solidFill>
                  <a:srgbClr val="16FFBB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2</a:t>
            </a:r>
            <a:endParaRPr lang="en-US" sz="5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DD2CF1B4-ED85-A6AB-315D-5AF374AAE078}"/>
              </a:ext>
            </a:extLst>
          </p:cNvPr>
          <p:cNvSpPr/>
          <p:nvPr/>
        </p:nvSpPr>
        <p:spPr>
          <a:xfrm>
            <a:off x="224153" y="4540331"/>
            <a:ext cx="235886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NEVs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B319AB33-0B81-272C-0E07-54AB8F804012}"/>
              </a:ext>
            </a:extLst>
          </p:cNvPr>
          <p:cNvSpPr/>
          <p:nvPr/>
        </p:nvSpPr>
        <p:spPr>
          <a:xfrm>
            <a:off x="5678906" y="3839767"/>
            <a:ext cx="2136984" cy="700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5500" b="1" dirty="0">
                <a:solidFill>
                  <a:srgbClr val="29DDDA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7.4kW</a:t>
            </a:r>
            <a:endParaRPr lang="en-US" sz="5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5A7CBB7-1AFA-8F04-8FA6-E6EF89401CC5}"/>
              </a:ext>
            </a:extLst>
          </p:cNvPr>
          <p:cNvSpPr/>
          <p:nvPr/>
        </p:nvSpPr>
        <p:spPr>
          <a:xfrm>
            <a:off x="6197597" y="4540331"/>
            <a:ext cx="109960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Pcharge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E89B1B59-BD18-A2CE-04DF-0F9684F4CEF8}"/>
              </a:ext>
            </a:extLst>
          </p:cNvPr>
          <p:cNvSpPr/>
          <p:nvPr/>
        </p:nvSpPr>
        <p:spPr>
          <a:xfrm>
            <a:off x="3054336" y="3839767"/>
            <a:ext cx="1973179" cy="700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5500" b="1" dirty="0">
                <a:solidFill>
                  <a:srgbClr val="37A7E7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15kW</a:t>
            </a:r>
            <a:endParaRPr lang="en-US" sz="5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83F8DEA9-630C-29B8-0079-02057961A369}"/>
              </a:ext>
            </a:extLst>
          </p:cNvPr>
          <p:cNvSpPr/>
          <p:nvPr/>
        </p:nvSpPr>
        <p:spPr>
          <a:xfrm>
            <a:off x="3623306" y="4540331"/>
            <a:ext cx="1015313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Cgrid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7848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>
          <a:extLst>
            <a:ext uri="{FF2B5EF4-FFF2-40B4-BE49-F238E27FC236}">
              <a16:creationId xmlns:a16="http://schemas.microsoft.com/office/drawing/2014/main" id="{C91CABBD-C134-8E1B-FCBA-3D538D609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C15D93FB-C3FF-FCCF-BC7D-E241E4D06E3F}"/>
              </a:ext>
            </a:extLst>
          </p:cNvPr>
          <p:cNvSpPr/>
          <p:nvPr/>
        </p:nvSpPr>
        <p:spPr>
          <a:xfrm>
            <a:off x="457200" y="1139323"/>
            <a:ext cx="7706910" cy="2147887"/>
          </a:xfrm>
          <a:prstGeom prst="roundRect">
            <a:avLst>
              <a:gd name="adj" fmla="val 10375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AE537E2E-18C6-48FA-133E-398C16C6E561}"/>
              </a:ext>
            </a:extLst>
          </p:cNvPr>
          <p:cNvSpPr/>
          <p:nvPr/>
        </p:nvSpPr>
        <p:spPr>
          <a:xfrm>
            <a:off x="457200" y="1146942"/>
            <a:ext cx="7706910" cy="44076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559418D-059B-0181-0679-5B011F717AAC}"/>
              </a:ext>
            </a:extLst>
          </p:cNvPr>
          <p:cNvSpPr/>
          <p:nvPr/>
        </p:nvSpPr>
        <p:spPr>
          <a:xfrm>
            <a:off x="625893" y="1204809"/>
            <a:ext cx="1878806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Créneau Horaire</a:t>
            </a:r>
            <a:endParaRPr lang="en-US" sz="15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E12632F-D431-8837-F397-FE5A0B2710AB}"/>
              </a:ext>
            </a:extLst>
          </p:cNvPr>
          <p:cNvSpPr/>
          <p:nvPr/>
        </p:nvSpPr>
        <p:spPr>
          <a:xfrm>
            <a:off x="2502394" y="1202434"/>
            <a:ext cx="1263490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 1 (s1(t))</a:t>
            </a:r>
            <a:endParaRPr lang="en-US" sz="15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7FBCA46-791E-E79C-D019-ED5F2E2CAE05}"/>
              </a:ext>
            </a:extLst>
          </p:cNvPr>
          <p:cNvSpPr/>
          <p:nvPr/>
        </p:nvSpPr>
        <p:spPr>
          <a:xfrm>
            <a:off x="4308349" y="1199084"/>
            <a:ext cx="1263490" cy="358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 2 (s2(t))</a:t>
            </a:r>
            <a:endParaRPr lang="en-US" sz="15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15EAB75-CFE2-46AD-5209-5BB6DFDE961A}"/>
              </a:ext>
            </a:extLst>
          </p:cNvPr>
          <p:cNvSpPr/>
          <p:nvPr/>
        </p:nvSpPr>
        <p:spPr>
          <a:xfrm>
            <a:off x="5864200" y="1199084"/>
            <a:ext cx="1944296" cy="31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Puissance Totale (kW)</a:t>
            </a:r>
            <a:endParaRPr lang="en-US" sz="155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17857512-FAB7-5CD2-5714-AD439F672B43}"/>
              </a:ext>
            </a:extLst>
          </p:cNvPr>
          <p:cNvSpPr/>
          <p:nvPr/>
        </p:nvSpPr>
        <p:spPr>
          <a:xfrm>
            <a:off x="829465" y="2289650"/>
            <a:ext cx="10456401" cy="56649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500650B-E5D1-0B2D-B6E0-3F0F2F8561A3}"/>
              </a:ext>
            </a:extLst>
          </p:cNvPr>
          <p:cNvSpPr/>
          <p:nvPr/>
        </p:nvSpPr>
        <p:spPr>
          <a:xfrm>
            <a:off x="1167239" y="1643203"/>
            <a:ext cx="2299911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155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16047B9-F9DC-9DEE-D183-1332CDB1B46B}"/>
              </a:ext>
            </a:extLst>
          </p:cNvPr>
          <p:cNvSpPr/>
          <p:nvPr/>
        </p:nvSpPr>
        <p:spPr>
          <a:xfrm>
            <a:off x="2798498" y="1647220"/>
            <a:ext cx="2296902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1.0</a:t>
            </a:r>
            <a:endParaRPr lang="en-US" sz="155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7A6F1257-2B76-35CD-29B3-95EDCE1CB9BC}"/>
              </a:ext>
            </a:extLst>
          </p:cNvPr>
          <p:cNvSpPr/>
          <p:nvPr/>
        </p:nvSpPr>
        <p:spPr>
          <a:xfrm>
            <a:off x="4456058" y="1694073"/>
            <a:ext cx="1088922" cy="264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0.0</a:t>
            </a:r>
            <a:endParaRPr lang="en-US" sz="155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2708D21-2F54-8EA5-57BD-CD81848C4FCE}"/>
              </a:ext>
            </a:extLst>
          </p:cNvPr>
          <p:cNvSpPr/>
          <p:nvPr/>
        </p:nvSpPr>
        <p:spPr>
          <a:xfrm>
            <a:off x="6699874" y="1660746"/>
            <a:ext cx="1005332" cy="270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7.4</a:t>
            </a:r>
            <a:endParaRPr lang="en-US" sz="155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DC181587-4329-D823-4C15-F97D0C327624}"/>
              </a:ext>
            </a:extLst>
          </p:cNvPr>
          <p:cNvSpPr/>
          <p:nvPr/>
        </p:nvSpPr>
        <p:spPr>
          <a:xfrm>
            <a:off x="457198" y="1992881"/>
            <a:ext cx="7706911" cy="44077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FFC5D9C8-4FBD-98C1-0DA4-6A1363948C09}"/>
              </a:ext>
            </a:extLst>
          </p:cNvPr>
          <p:cNvSpPr/>
          <p:nvPr/>
        </p:nvSpPr>
        <p:spPr>
          <a:xfrm>
            <a:off x="1167238" y="2122659"/>
            <a:ext cx="2299911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155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6CDB532-FA3C-0C6C-850F-6D15AB694C6C}"/>
              </a:ext>
            </a:extLst>
          </p:cNvPr>
          <p:cNvSpPr/>
          <p:nvPr/>
        </p:nvSpPr>
        <p:spPr>
          <a:xfrm>
            <a:off x="2798497" y="2080631"/>
            <a:ext cx="2296902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0.8</a:t>
            </a:r>
            <a:endParaRPr lang="en-US" sz="155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452608A3-85E6-1EC7-09DF-29FA5CA1BE41}"/>
              </a:ext>
            </a:extLst>
          </p:cNvPr>
          <p:cNvSpPr/>
          <p:nvPr/>
        </p:nvSpPr>
        <p:spPr>
          <a:xfrm>
            <a:off x="4447916" y="2128486"/>
            <a:ext cx="1088922" cy="264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0.5</a:t>
            </a:r>
            <a:endParaRPr lang="en-US" sz="155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175EB08B-1D76-E3DE-10C1-AD13E47F985E}"/>
              </a:ext>
            </a:extLst>
          </p:cNvPr>
          <p:cNvSpPr/>
          <p:nvPr/>
        </p:nvSpPr>
        <p:spPr>
          <a:xfrm>
            <a:off x="6699874" y="2036462"/>
            <a:ext cx="1005332" cy="270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9.62</a:t>
            </a:r>
            <a:endParaRPr lang="en-US" sz="155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001FF57F-B640-1478-4315-4FDCBBFE36EE}"/>
              </a:ext>
            </a:extLst>
          </p:cNvPr>
          <p:cNvSpPr/>
          <p:nvPr/>
        </p:nvSpPr>
        <p:spPr>
          <a:xfrm>
            <a:off x="1167238" y="2499609"/>
            <a:ext cx="2299911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155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2D4D1489-082F-526A-D387-B8BBD15F770B}"/>
              </a:ext>
            </a:extLst>
          </p:cNvPr>
          <p:cNvSpPr/>
          <p:nvPr/>
        </p:nvSpPr>
        <p:spPr>
          <a:xfrm>
            <a:off x="2850075" y="2872516"/>
            <a:ext cx="2296902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0.0</a:t>
            </a:r>
            <a:endParaRPr lang="en-US" sz="155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AE86FB94-ABE6-371D-5756-D082CE85F197}"/>
              </a:ext>
            </a:extLst>
          </p:cNvPr>
          <p:cNvSpPr/>
          <p:nvPr/>
        </p:nvSpPr>
        <p:spPr>
          <a:xfrm>
            <a:off x="4482917" y="2499609"/>
            <a:ext cx="1088922" cy="264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1.0</a:t>
            </a:r>
            <a:endParaRPr lang="en-US" sz="155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274B42D2-035A-64AF-7040-D00EAF72F314}"/>
              </a:ext>
            </a:extLst>
          </p:cNvPr>
          <p:cNvSpPr/>
          <p:nvPr/>
        </p:nvSpPr>
        <p:spPr>
          <a:xfrm>
            <a:off x="6699874" y="2432421"/>
            <a:ext cx="1005332" cy="270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7.4</a:t>
            </a:r>
            <a:endParaRPr lang="en-US" sz="1550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F90CF259-4236-5741-33A0-C020ACC15FC1}"/>
              </a:ext>
            </a:extLst>
          </p:cNvPr>
          <p:cNvSpPr/>
          <p:nvPr/>
        </p:nvSpPr>
        <p:spPr>
          <a:xfrm>
            <a:off x="457198" y="2790448"/>
            <a:ext cx="7706912" cy="47851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E92AF781-A882-613A-1D16-897998B11A9F}"/>
              </a:ext>
            </a:extLst>
          </p:cNvPr>
          <p:cNvSpPr/>
          <p:nvPr/>
        </p:nvSpPr>
        <p:spPr>
          <a:xfrm>
            <a:off x="1167238" y="2885841"/>
            <a:ext cx="2299911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4</a:t>
            </a:r>
            <a:endParaRPr lang="en-US" sz="155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7709C2FC-BDC7-1169-B847-EBA02AF1A2D4}"/>
              </a:ext>
            </a:extLst>
          </p:cNvPr>
          <p:cNvSpPr/>
          <p:nvPr/>
        </p:nvSpPr>
        <p:spPr>
          <a:xfrm>
            <a:off x="2824799" y="2479726"/>
            <a:ext cx="2296902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0.0</a:t>
            </a:r>
            <a:endParaRPr lang="en-US" sz="155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332621BF-A72A-D5E2-50F2-7E2B0454C92B}"/>
              </a:ext>
            </a:extLst>
          </p:cNvPr>
          <p:cNvSpPr/>
          <p:nvPr/>
        </p:nvSpPr>
        <p:spPr>
          <a:xfrm>
            <a:off x="4482917" y="2897618"/>
            <a:ext cx="1088922" cy="264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0.0</a:t>
            </a:r>
            <a:endParaRPr lang="en-US" sz="155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2387A68D-ED3B-BEB6-A420-CEA21DE2402B}"/>
              </a:ext>
            </a:extLst>
          </p:cNvPr>
          <p:cNvSpPr/>
          <p:nvPr/>
        </p:nvSpPr>
        <p:spPr>
          <a:xfrm>
            <a:off x="6699874" y="2853428"/>
            <a:ext cx="1005332" cy="270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0.0</a:t>
            </a:r>
            <a:endParaRPr lang="en-US" sz="1550" dirty="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7BC48D80-270E-DCC7-D886-ED556A478EAE}"/>
              </a:ext>
            </a:extLst>
          </p:cNvPr>
          <p:cNvSpPr/>
          <p:nvPr/>
        </p:nvSpPr>
        <p:spPr>
          <a:xfrm>
            <a:off x="464368" y="3405237"/>
            <a:ext cx="10235091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f1 = max(7.4, 9.62, 7.4, 0) = 9.62 kW (pas de violation du réseau)</a:t>
            </a:r>
            <a:endParaRPr lang="en-US" sz="155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CC20BD3C-3068-F312-2D1B-7C40FC353402}"/>
              </a:ext>
            </a:extLst>
          </p:cNvPr>
          <p:cNvSpPr/>
          <p:nvPr/>
        </p:nvSpPr>
        <p:spPr>
          <a:xfrm>
            <a:off x="468787" y="3788008"/>
            <a:ext cx="7857066" cy="1355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f2 :</a:t>
            </a:r>
          </a:p>
          <a:p>
            <a:pPr marL="285750" indent="-285750" algn="l">
              <a:lnSpc>
                <a:spcPts val="2450"/>
              </a:lnSpc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bg1"/>
                </a:solidFill>
              </a:rPr>
              <a:t>Énergie du VE 1 : 7.4 × (1.0 + 0.8) = 13.32 kWh → Manque = 15 − 13.32 = 1.68 kWh </a:t>
            </a:r>
          </a:p>
          <a:p>
            <a:pPr marL="285750" indent="-285750" algn="l">
              <a:lnSpc>
                <a:spcPts val="2450"/>
              </a:lnSpc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bg1"/>
                </a:solidFill>
              </a:rPr>
              <a:t> Énergie du VE 2 : 7.4 × (0.5 + 1.0) = 11.1 kWh → Excédent = 0 </a:t>
            </a:r>
          </a:p>
          <a:p>
            <a:pPr marL="285750" indent="-285750" algn="l">
              <a:lnSpc>
                <a:spcPts val="2450"/>
              </a:lnSpc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bg1"/>
                </a:solidFill>
              </a:rPr>
              <a:t>Total f2 = 1.68 kWh 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1846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>
          <a:extLst>
            <a:ext uri="{FF2B5EF4-FFF2-40B4-BE49-F238E27FC236}">
              <a16:creationId xmlns:a16="http://schemas.microsoft.com/office/drawing/2014/main" id="{446E2B0A-30F3-64D7-3911-320E6E081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37">
            <a:extLst>
              <a:ext uri="{FF2B5EF4-FFF2-40B4-BE49-F238E27FC236}">
                <a16:creationId xmlns:a16="http://schemas.microsoft.com/office/drawing/2014/main" id="{D1DDF5EF-4174-58B0-50F2-153CA5A0567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35178" y="469231"/>
            <a:ext cx="6699689" cy="413886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39700" indent="0"/>
            <a:r>
              <a:rPr lang="fr-FR" sz="3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Résumé : Modèle mathématique</a:t>
            </a:r>
          </a:p>
          <a:p>
            <a:pPr marL="139700" indent="0" algn="ctr"/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 qu’il fait : Équilibre la fiabilité du réseau (f1) et la satisfaction de l’utilisateur (f2). </a:t>
            </a:r>
          </a:p>
          <a:p>
            <a:pPr marL="139700" indent="0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Comment il fonctionne : Ajuste les taux de charge (si(t)) sur le temps pour trouver des programmes Pareto-optimaux.</a:t>
            </a:r>
          </a:p>
          <a:p>
            <a:pPr marL="139700" indent="0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Innovation clé : Modélise explicitement le conflit entre les contraintes du réseau et les besoins des utilisateurs.</a:t>
            </a:r>
          </a:p>
        </p:txBody>
      </p:sp>
    </p:spTree>
    <p:extLst>
      <p:ext uri="{BB962C8B-B14F-4D97-AF65-F5344CB8AC3E}">
        <p14:creationId xmlns:p14="http://schemas.microsoft.com/office/powerpoint/2010/main" val="3087862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50"/>
          <p:cNvSpPr txBox="1">
            <a:spLocks noGrp="1"/>
          </p:cNvSpPr>
          <p:nvPr>
            <p:ph type="title"/>
          </p:nvPr>
        </p:nvSpPr>
        <p:spPr>
          <a:xfrm>
            <a:off x="3748204" y="3070303"/>
            <a:ext cx="3180421" cy="1654422"/>
          </a:xfrm>
          <a:prstGeom prst="rect">
            <a:avLst/>
          </a:prstGeom>
        </p:spPr>
        <p:txBody>
          <a:bodyPr spcFirstLastPara="1" wrap="square" lIns="91425" tIns="91425" rIns="457200" bIns="91425" anchor="ctr" anchorCtr="0">
            <a:noAutofit/>
          </a:bodyPr>
          <a:lstStyle/>
          <a:p>
            <a:pPr lvl="0" algn="l"/>
            <a:br>
              <a:rPr lang="fr-FR" dirty="0">
                <a:solidFill>
                  <a:schemeClr val="accent1"/>
                </a:solidFill>
              </a:rPr>
            </a:br>
            <a:r>
              <a:rPr lang="fr-FR" dirty="0">
                <a:solidFill>
                  <a:schemeClr val="accent1"/>
                </a:solidFill>
              </a:rPr>
              <a:t>02.</a:t>
            </a:r>
            <a:br>
              <a:rPr lang="fr-FR" dirty="0">
                <a:solidFill>
                  <a:schemeClr val="accent1"/>
                </a:solidFill>
              </a:rPr>
            </a:br>
            <a:r>
              <a:rPr lang="fr-FR" dirty="0"/>
              <a:t>Méthodologie</a:t>
            </a:r>
            <a:br>
              <a:rPr lang="fr-FR" dirty="0"/>
            </a:br>
            <a:br>
              <a:rPr lang="fr-FR" dirty="0"/>
            </a:br>
            <a:endParaRPr dirty="0">
              <a:solidFill>
                <a:schemeClr val="accent1"/>
              </a:solidFill>
            </a:endParaRPr>
          </a:p>
        </p:txBody>
      </p:sp>
      <p:grpSp>
        <p:nvGrpSpPr>
          <p:cNvPr id="978" name="Google Shape;978;p50"/>
          <p:cNvGrpSpPr/>
          <p:nvPr/>
        </p:nvGrpSpPr>
        <p:grpSpPr>
          <a:xfrm>
            <a:off x="-233825" y="262867"/>
            <a:ext cx="6301119" cy="382141"/>
            <a:chOff x="-233825" y="262867"/>
            <a:chExt cx="6301119" cy="382141"/>
          </a:xfrm>
        </p:grpSpPr>
        <p:cxnSp>
          <p:nvCxnSpPr>
            <p:cNvPr id="979" name="Google Shape;979;p50"/>
            <p:cNvCxnSpPr/>
            <p:nvPr/>
          </p:nvCxnSpPr>
          <p:spPr>
            <a:xfrm>
              <a:off x="-233825" y="454400"/>
              <a:ext cx="5995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980" name="Google Shape;980;p50"/>
            <p:cNvGrpSpPr/>
            <p:nvPr/>
          </p:nvGrpSpPr>
          <p:grpSpPr>
            <a:xfrm rot="2700771">
              <a:off x="5739001" y="321019"/>
              <a:ext cx="274531" cy="265837"/>
              <a:chOff x="6021400" y="1654100"/>
              <a:chExt cx="435350" cy="421375"/>
            </a:xfrm>
          </p:grpSpPr>
          <p:sp>
            <p:nvSpPr>
              <p:cNvPr id="981" name="Google Shape;981;p50"/>
              <p:cNvSpPr/>
              <p:nvPr/>
            </p:nvSpPr>
            <p:spPr>
              <a:xfrm>
                <a:off x="6021400" y="1731075"/>
                <a:ext cx="355825" cy="344400"/>
              </a:xfrm>
              <a:custGeom>
                <a:avLst/>
                <a:gdLst/>
                <a:ahLst/>
                <a:cxnLst/>
                <a:rect l="l" t="t" r="r" b="b"/>
                <a:pathLst>
                  <a:path w="14233" h="13776" extrusionOk="0">
                    <a:moveTo>
                      <a:pt x="5024" y="0"/>
                    </a:moveTo>
                    <a:cubicBezTo>
                      <a:pt x="4837" y="135"/>
                      <a:pt x="4656" y="283"/>
                      <a:pt x="4489" y="458"/>
                    </a:cubicBezTo>
                    <a:lnTo>
                      <a:pt x="1829" y="3110"/>
                    </a:lnTo>
                    <a:cubicBezTo>
                      <a:pt x="0" y="4940"/>
                      <a:pt x="0" y="7915"/>
                      <a:pt x="1829" y="9750"/>
                    </a:cubicBezTo>
                    <a:lnTo>
                      <a:pt x="4489" y="12404"/>
                    </a:lnTo>
                    <a:cubicBezTo>
                      <a:pt x="5402" y="13318"/>
                      <a:pt x="6600" y="13775"/>
                      <a:pt x="7806" y="13775"/>
                    </a:cubicBezTo>
                    <a:cubicBezTo>
                      <a:pt x="9004" y="13775"/>
                      <a:pt x="10208" y="13318"/>
                      <a:pt x="11121" y="12404"/>
                    </a:cubicBezTo>
                    <a:lnTo>
                      <a:pt x="13782" y="9750"/>
                    </a:lnTo>
                    <a:cubicBezTo>
                      <a:pt x="13950" y="9577"/>
                      <a:pt x="14097" y="9396"/>
                      <a:pt x="14233" y="9209"/>
                    </a:cubicBezTo>
                    <a:lnTo>
                      <a:pt x="502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50"/>
              <p:cNvSpPr/>
              <p:nvPr/>
            </p:nvSpPr>
            <p:spPr>
              <a:xfrm>
                <a:off x="6196400" y="1654100"/>
                <a:ext cx="127050" cy="124475"/>
              </a:xfrm>
              <a:custGeom>
                <a:avLst/>
                <a:gdLst/>
                <a:ahLst/>
                <a:cxnLst/>
                <a:rect l="l" t="t" r="r" b="b"/>
                <a:pathLst>
                  <a:path w="5082" h="4979" extrusionOk="0">
                    <a:moveTo>
                      <a:pt x="3903" y="0"/>
                    </a:moveTo>
                    <a:cubicBezTo>
                      <a:pt x="3627" y="0"/>
                      <a:pt x="3349" y="110"/>
                      <a:pt x="3143" y="315"/>
                    </a:cubicBezTo>
                    <a:lnTo>
                      <a:pt x="1" y="3459"/>
                    </a:lnTo>
                    <a:lnTo>
                      <a:pt x="1520" y="4979"/>
                    </a:lnTo>
                    <a:lnTo>
                      <a:pt x="4662" y="1836"/>
                    </a:lnTo>
                    <a:cubicBezTo>
                      <a:pt x="5081" y="1417"/>
                      <a:pt x="5081" y="734"/>
                      <a:pt x="4662" y="315"/>
                    </a:cubicBezTo>
                    <a:cubicBezTo>
                      <a:pt x="4451" y="110"/>
                      <a:pt x="4174" y="0"/>
                      <a:pt x="39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50"/>
              <p:cNvSpPr/>
              <p:nvPr/>
            </p:nvSpPr>
            <p:spPr>
              <a:xfrm>
                <a:off x="6329725" y="1787550"/>
                <a:ext cx="127025" cy="124350"/>
              </a:xfrm>
              <a:custGeom>
                <a:avLst/>
                <a:gdLst/>
                <a:ahLst/>
                <a:cxnLst/>
                <a:rect l="l" t="t" r="r" b="b"/>
                <a:pathLst>
                  <a:path w="5081" h="4974" extrusionOk="0">
                    <a:moveTo>
                      <a:pt x="3903" y="1"/>
                    </a:moveTo>
                    <a:cubicBezTo>
                      <a:pt x="3626" y="1"/>
                      <a:pt x="3356" y="104"/>
                      <a:pt x="3143" y="316"/>
                    </a:cubicBezTo>
                    <a:lnTo>
                      <a:pt x="0" y="3454"/>
                    </a:lnTo>
                    <a:lnTo>
                      <a:pt x="1520" y="4973"/>
                    </a:lnTo>
                    <a:lnTo>
                      <a:pt x="4662" y="1831"/>
                    </a:lnTo>
                    <a:cubicBezTo>
                      <a:pt x="5081" y="1412"/>
                      <a:pt x="5081" y="735"/>
                      <a:pt x="4662" y="316"/>
                    </a:cubicBezTo>
                    <a:cubicBezTo>
                      <a:pt x="4450" y="104"/>
                      <a:pt x="4180" y="1"/>
                      <a:pt x="39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" name="Google Shape;588;p35"/>
          <p:cNvSpPr txBox="1">
            <a:spLocks/>
          </p:cNvSpPr>
          <p:nvPr/>
        </p:nvSpPr>
        <p:spPr>
          <a:xfrm>
            <a:off x="1083015" y="1160988"/>
            <a:ext cx="12753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/>
              <a:t>01.</a:t>
            </a:r>
            <a:endParaRPr lang="en" dirty="0"/>
          </a:p>
        </p:txBody>
      </p:sp>
      <p:sp>
        <p:nvSpPr>
          <p:cNvPr id="12" name="Google Shape;588;p35"/>
          <p:cNvSpPr txBox="1">
            <a:spLocks/>
          </p:cNvSpPr>
          <p:nvPr/>
        </p:nvSpPr>
        <p:spPr>
          <a:xfrm>
            <a:off x="1235415" y="1313388"/>
            <a:ext cx="12753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/>
              <a:t>01.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2892598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37"/>
          <p:cNvSpPr txBox="1">
            <a:spLocks noGrp="1"/>
          </p:cNvSpPr>
          <p:nvPr>
            <p:ph type="subTitle" idx="1"/>
          </p:nvPr>
        </p:nvSpPr>
        <p:spPr>
          <a:xfrm>
            <a:off x="691376" y="1003608"/>
            <a:ext cx="7136780" cy="36766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39700" indent="0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1-Préparation de l’environnement.</a:t>
            </a:r>
          </a:p>
          <a:p>
            <a:pPr marL="139700" indent="0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2-Génération des données VE</a:t>
            </a:r>
          </a:p>
          <a:p>
            <a:pPr marL="139700" indent="0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.Création aléatoire des horaires d’arrivée, de départ et des demandes d’énergie.</a:t>
            </a:r>
          </a:p>
          <a:p>
            <a:pPr marL="139700" indent="0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3-Définition de l’instance Tableau contenant les contraintes de chaque véhicule.</a:t>
            </a:r>
          </a:p>
          <a:p>
            <a:pPr marL="139700" indent="0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4-Paramétrage du modèle</a:t>
            </a:r>
          </a:p>
          <a:p>
            <a:pPr marL="139700" indent="0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.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Définition des prix, pénalités, nombre de bornes et créneaux horaires.</a:t>
            </a:r>
          </a:p>
        </p:txBody>
      </p:sp>
    </p:spTree>
    <p:extLst>
      <p:ext uri="{BB962C8B-B14F-4D97-AF65-F5344CB8AC3E}">
        <p14:creationId xmlns:p14="http://schemas.microsoft.com/office/powerpoint/2010/main" val="16308208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37"/>
          <p:cNvSpPr txBox="1">
            <a:spLocks noGrp="1"/>
          </p:cNvSpPr>
          <p:nvPr>
            <p:ph type="subTitle" idx="1"/>
          </p:nvPr>
        </p:nvSpPr>
        <p:spPr>
          <a:xfrm>
            <a:off x="691376" y="1003609"/>
            <a:ext cx="7430274" cy="289188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39700" indent="0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5-Fonctions d’évaluation :</a:t>
            </a:r>
          </a:p>
          <a:p>
            <a:pPr marL="139700" indent="0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 du prix de recharge et de la satisfaction client.</a:t>
            </a:r>
          </a:p>
          <a:p>
            <a:pPr marL="139700" indent="0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6-Optimisation par algorithme génétique :</a:t>
            </a:r>
          </a:p>
          <a:p>
            <a:pPr marL="139700" indent="0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Recherche de la meilleure stratégie de recharge (revenu + satisfaction).</a:t>
            </a:r>
          </a:p>
          <a:p>
            <a:pPr marL="139700" indent="0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7-Visualisation des résultats :</a:t>
            </a:r>
          </a:p>
          <a:p>
            <a:pPr marL="139700" indent="0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Affichage graphique et interface interactive avec Streamlit.</a:t>
            </a:r>
          </a:p>
        </p:txBody>
      </p:sp>
    </p:spTree>
    <p:extLst>
      <p:ext uri="{BB962C8B-B14F-4D97-AF65-F5344CB8AC3E}">
        <p14:creationId xmlns:p14="http://schemas.microsoft.com/office/powerpoint/2010/main" val="22580893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50"/>
          <p:cNvSpPr txBox="1">
            <a:spLocks noGrp="1"/>
          </p:cNvSpPr>
          <p:nvPr>
            <p:ph type="title"/>
          </p:nvPr>
        </p:nvSpPr>
        <p:spPr>
          <a:xfrm>
            <a:off x="3792808" y="2891883"/>
            <a:ext cx="3128382" cy="1810540"/>
          </a:xfrm>
          <a:prstGeom prst="rect">
            <a:avLst/>
          </a:prstGeom>
        </p:spPr>
        <p:txBody>
          <a:bodyPr spcFirstLastPara="1" wrap="square" lIns="91425" tIns="91425" rIns="457200" bIns="91425" anchor="ctr" anchorCtr="0">
            <a:noAutofit/>
          </a:bodyPr>
          <a:lstStyle/>
          <a:p>
            <a:pPr algn="l"/>
            <a:br>
              <a:rPr lang="fr-FR" dirty="0">
                <a:solidFill>
                  <a:schemeClr val="accent1"/>
                </a:solidFill>
              </a:rPr>
            </a:br>
            <a:r>
              <a:rPr lang="fr-FR" dirty="0">
                <a:solidFill>
                  <a:schemeClr val="accent1"/>
                </a:solidFill>
              </a:rPr>
              <a:t>03.</a:t>
            </a:r>
            <a:br>
              <a:rPr lang="fr-FR" dirty="0">
                <a:solidFill>
                  <a:schemeClr val="accent1"/>
                </a:solidFill>
              </a:rPr>
            </a:br>
            <a:r>
              <a:rPr lang="fr-FR" dirty="0"/>
              <a:t>Données et paramètres</a:t>
            </a:r>
            <a:br>
              <a:rPr lang="fr-FR" dirty="0"/>
            </a:br>
            <a:br>
              <a:rPr lang="fr-FR" dirty="0"/>
            </a:br>
            <a:endParaRPr dirty="0">
              <a:solidFill>
                <a:schemeClr val="accent1"/>
              </a:solidFill>
            </a:endParaRPr>
          </a:p>
        </p:txBody>
      </p:sp>
      <p:grpSp>
        <p:nvGrpSpPr>
          <p:cNvPr id="978" name="Google Shape;978;p50"/>
          <p:cNvGrpSpPr/>
          <p:nvPr/>
        </p:nvGrpSpPr>
        <p:grpSpPr>
          <a:xfrm>
            <a:off x="-233825" y="262867"/>
            <a:ext cx="6301119" cy="382141"/>
            <a:chOff x="-233825" y="262867"/>
            <a:chExt cx="6301119" cy="382141"/>
          </a:xfrm>
        </p:grpSpPr>
        <p:cxnSp>
          <p:nvCxnSpPr>
            <p:cNvPr id="979" name="Google Shape;979;p50"/>
            <p:cNvCxnSpPr/>
            <p:nvPr/>
          </p:nvCxnSpPr>
          <p:spPr>
            <a:xfrm>
              <a:off x="-233825" y="454400"/>
              <a:ext cx="5995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980" name="Google Shape;980;p50"/>
            <p:cNvGrpSpPr/>
            <p:nvPr/>
          </p:nvGrpSpPr>
          <p:grpSpPr>
            <a:xfrm rot="2700771">
              <a:off x="5739001" y="321019"/>
              <a:ext cx="274531" cy="265837"/>
              <a:chOff x="6021400" y="1654100"/>
              <a:chExt cx="435350" cy="421375"/>
            </a:xfrm>
          </p:grpSpPr>
          <p:sp>
            <p:nvSpPr>
              <p:cNvPr id="981" name="Google Shape;981;p50"/>
              <p:cNvSpPr/>
              <p:nvPr/>
            </p:nvSpPr>
            <p:spPr>
              <a:xfrm>
                <a:off x="6021400" y="1731075"/>
                <a:ext cx="355825" cy="344400"/>
              </a:xfrm>
              <a:custGeom>
                <a:avLst/>
                <a:gdLst/>
                <a:ahLst/>
                <a:cxnLst/>
                <a:rect l="l" t="t" r="r" b="b"/>
                <a:pathLst>
                  <a:path w="14233" h="13776" extrusionOk="0">
                    <a:moveTo>
                      <a:pt x="5024" y="0"/>
                    </a:moveTo>
                    <a:cubicBezTo>
                      <a:pt x="4837" y="135"/>
                      <a:pt x="4656" y="283"/>
                      <a:pt x="4489" y="458"/>
                    </a:cubicBezTo>
                    <a:lnTo>
                      <a:pt x="1829" y="3110"/>
                    </a:lnTo>
                    <a:cubicBezTo>
                      <a:pt x="0" y="4940"/>
                      <a:pt x="0" y="7915"/>
                      <a:pt x="1829" y="9750"/>
                    </a:cubicBezTo>
                    <a:lnTo>
                      <a:pt x="4489" y="12404"/>
                    </a:lnTo>
                    <a:cubicBezTo>
                      <a:pt x="5402" y="13318"/>
                      <a:pt x="6600" y="13775"/>
                      <a:pt x="7806" y="13775"/>
                    </a:cubicBezTo>
                    <a:cubicBezTo>
                      <a:pt x="9004" y="13775"/>
                      <a:pt x="10208" y="13318"/>
                      <a:pt x="11121" y="12404"/>
                    </a:cubicBezTo>
                    <a:lnTo>
                      <a:pt x="13782" y="9750"/>
                    </a:lnTo>
                    <a:cubicBezTo>
                      <a:pt x="13950" y="9577"/>
                      <a:pt x="14097" y="9396"/>
                      <a:pt x="14233" y="9209"/>
                    </a:cubicBezTo>
                    <a:lnTo>
                      <a:pt x="502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50"/>
              <p:cNvSpPr/>
              <p:nvPr/>
            </p:nvSpPr>
            <p:spPr>
              <a:xfrm>
                <a:off x="6196400" y="1654100"/>
                <a:ext cx="127050" cy="124475"/>
              </a:xfrm>
              <a:custGeom>
                <a:avLst/>
                <a:gdLst/>
                <a:ahLst/>
                <a:cxnLst/>
                <a:rect l="l" t="t" r="r" b="b"/>
                <a:pathLst>
                  <a:path w="5082" h="4979" extrusionOk="0">
                    <a:moveTo>
                      <a:pt x="3903" y="0"/>
                    </a:moveTo>
                    <a:cubicBezTo>
                      <a:pt x="3627" y="0"/>
                      <a:pt x="3349" y="110"/>
                      <a:pt x="3143" y="315"/>
                    </a:cubicBezTo>
                    <a:lnTo>
                      <a:pt x="1" y="3459"/>
                    </a:lnTo>
                    <a:lnTo>
                      <a:pt x="1520" y="4979"/>
                    </a:lnTo>
                    <a:lnTo>
                      <a:pt x="4662" y="1836"/>
                    </a:lnTo>
                    <a:cubicBezTo>
                      <a:pt x="5081" y="1417"/>
                      <a:pt x="5081" y="734"/>
                      <a:pt x="4662" y="315"/>
                    </a:cubicBezTo>
                    <a:cubicBezTo>
                      <a:pt x="4451" y="110"/>
                      <a:pt x="4174" y="0"/>
                      <a:pt x="39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50"/>
              <p:cNvSpPr/>
              <p:nvPr/>
            </p:nvSpPr>
            <p:spPr>
              <a:xfrm>
                <a:off x="6329725" y="1787550"/>
                <a:ext cx="127025" cy="124350"/>
              </a:xfrm>
              <a:custGeom>
                <a:avLst/>
                <a:gdLst/>
                <a:ahLst/>
                <a:cxnLst/>
                <a:rect l="l" t="t" r="r" b="b"/>
                <a:pathLst>
                  <a:path w="5081" h="4974" extrusionOk="0">
                    <a:moveTo>
                      <a:pt x="3903" y="1"/>
                    </a:moveTo>
                    <a:cubicBezTo>
                      <a:pt x="3626" y="1"/>
                      <a:pt x="3356" y="104"/>
                      <a:pt x="3143" y="316"/>
                    </a:cubicBezTo>
                    <a:lnTo>
                      <a:pt x="0" y="3454"/>
                    </a:lnTo>
                    <a:lnTo>
                      <a:pt x="1520" y="4973"/>
                    </a:lnTo>
                    <a:lnTo>
                      <a:pt x="4662" y="1831"/>
                    </a:lnTo>
                    <a:cubicBezTo>
                      <a:pt x="5081" y="1412"/>
                      <a:pt x="5081" y="735"/>
                      <a:pt x="4662" y="316"/>
                    </a:cubicBezTo>
                    <a:cubicBezTo>
                      <a:pt x="4450" y="104"/>
                      <a:pt x="4180" y="1"/>
                      <a:pt x="39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" name="Google Shape;588;p35"/>
          <p:cNvSpPr txBox="1">
            <a:spLocks/>
          </p:cNvSpPr>
          <p:nvPr/>
        </p:nvSpPr>
        <p:spPr>
          <a:xfrm>
            <a:off x="1083015" y="1160988"/>
            <a:ext cx="12753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/>
              <a:t>01.</a:t>
            </a:r>
            <a:endParaRPr lang="en" dirty="0"/>
          </a:p>
        </p:txBody>
      </p:sp>
      <p:sp>
        <p:nvSpPr>
          <p:cNvPr id="12" name="Google Shape;588;p35"/>
          <p:cNvSpPr txBox="1">
            <a:spLocks/>
          </p:cNvSpPr>
          <p:nvPr/>
        </p:nvSpPr>
        <p:spPr>
          <a:xfrm>
            <a:off x="1235415" y="1313388"/>
            <a:ext cx="12753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/>
              <a:t>01.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22971910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085850" y="883729"/>
            <a:ext cx="6160661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fr-FR" altLang="fr-FR" sz="1800" dirty="0">
                <a:solidFill>
                  <a:schemeClr val="bg1"/>
                </a:solidFill>
                <a:latin typeface="Arial" panose="020B0604020202020204" pitchFamily="34" charset="0"/>
              </a:rPr>
              <a:t> Exemples de jeux de données 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fr-FR" altLang="fr-FR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  -Nombre de véhicules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  -Besoin énergétique (kWh)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  -Plage horaire de disponibilité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Paramètres de l’algorithme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  -Population, générations, taux de croisement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mutation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076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50"/>
          <p:cNvSpPr txBox="1">
            <a:spLocks noGrp="1"/>
          </p:cNvSpPr>
          <p:nvPr>
            <p:ph type="title"/>
          </p:nvPr>
        </p:nvSpPr>
        <p:spPr>
          <a:xfrm>
            <a:off x="3792808" y="3048001"/>
            <a:ext cx="2435167" cy="1654422"/>
          </a:xfrm>
          <a:prstGeom prst="rect">
            <a:avLst/>
          </a:prstGeom>
        </p:spPr>
        <p:txBody>
          <a:bodyPr spcFirstLastPara="1" wrap="square" lIns="91425" tIns="91425" rIns="457200" bIns="91425" anchor="ctr" anchorCtr="0">
            <a:noAutofit/>
          </a:bodyPr>
          <a:lstStyle/>
          <a:p>
            <a:pPr algn="l"/>
            <a:br>
              <a:rPr lang="fr-FR" dirty="0">
                <a:solidFill>
                  <a:schemeClr val="accent1"/>
                </a:solidFill>
              </a:rPr>
            </a:br>
            <a:r>
              <a:rPr lang="fr-FR" dirty="0">
                <a:solidFill>
                  <a:schemeClr val="accent1"/>
                </a:solidFill>
              </a:rPr>
              <a:t>04.</a:t>
            </a:r>
            <a:br>
              <a:rPr lang="fr-FR" dirty="0">
                <a:solidFill>
                  <a:schemeClr val="accent1"/>
                </a:solidFill>
              </a:rPr>
            </a:br>
            <a:r>
              <a:rPr lang="fr-FR" dirty="0"/>
              <a:t>solution </a:t>
            </a:r>
            <a:br>
              <a:rPr lang="fr-FR" dirty="0"/>
            </a:br>
            <a:r>
              <a:rPr lang="fr-FR" dirty="0"/>
              <a:t> NSGA-II</a:t>
            </a:r>
            <a:br>
              <a:rPr lang="fr-FR" dirty="0"/>
            </a:br>
            <a:endParaRPr dirty="0">
              <a:solidFill>
                <a:schemeClr val="accent1"/>
              </a:solidFill>
            </a:endParaRPr>
          </a:p>
        </p:txBody>
      </p:sp>
      <p:grpSp>
        <p:nvGrpSpPr>
          <p:cNvPr id="978" name="Google Shape;978;p50"/>
          <p:cNvGrpSpPr/>
          <p:nvPr/>
        </p:nvGrpSpPr>
        <p:grpSpPr>
          <a:xfrm>
            <a:off x="-233825" y="262867"/>
            <a:ext cx="6301119" cy="382141"/>
            <a:chOff x="-233825" y="262867"/>
            <a:chExt cx="6301119" cy="382141"/>
          </a:xfrm>
        </p:grpSpPr>
        <p:cxnSp>
          <p:nvCxnSpPr>
            <p:cNvPr id="979" name="Google Shape;979;p50"/>
            <p:cNvCxnSpPr/>
            <p:nvPr/>
          </p:nvCxnSpPr>
          <p:spPr>
            <a:xfrm>
              <a:off x="-233825" y="454400"/>
              <a:ext cx="5995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980" name="Google Shape;980;p50"/>
            <p:cNvGrpSpPr/>
            <p:nvPr/>
          </p:nvGrpSpPr>
          <p:grpSpPr>
            <a:xfrm rot="2700771">
              <a:off x="5739001" y="321019"/>
              <a:ext cx="274531" cy="265837"/>
              <a:chOff x="6021400" y="1654100"/>
              <a:chExt cx="435350" cy="421375"/>
            </a:xfrm>
          </p:grpSpPr>
          <p:sp>
            <p:nvSpPr>
              <p:cNvPr id="981" name="Google Shape;981;p50"/>
              <p:cNvSpPr/>
              <p:nvPr/>
            </p:nvSpPr>
            <p:spPr>
              <a:xfrm>
                <a:off x="6021400" y="1731075"/>
                <a:ext cx="355825" cy="344400"/>
              </a:xfrm>
              <a:custGeom>
                <a:avLst/>
                <a:gdLst/>
                <a:ahLst/>
                <a:cxnLst/>
                <a:rect l="l" t="t" r="r" b="b"/>
                <a:pathLst>
                  <a:path w="14233" h="13776" extrusionOk="0">
                    <a:moveTo>
                      <a:pt x="5024" y="0"/>
                    </a:moveTo>
                    <a:cubicBezTo>
                      <a:pt x="4837" y="135"/>
                      <a:pt x="4656" y="283"/>
                      <a:pt x="4489" y="458"/>
                    </a:cubicBezTo>
                    <a:lnTo>
                      <a:pt x="1829" y="3110"/>
                    </a:lnTo>
                    <a:cubicBezTo>
                      <a:pt x="0" y="4940"/>
                      <a:pt x="0" y="7915"/>
                      <a:pt x="1829" y="9750"/>
                    </a:cubicBezTo>
                    <a:lnTo>
                      <a:pt x="4489" y="12404"/>
                    </a:lnTo>
                    <a:cubicBezTo>
                      <a:pt x="5402" y="13318"/>
                      <a:pt x="6600" y="13775"/>
                      <a:pt x="7806" y="13775"/>
                    </a:cubicBezTo>
                    <a:cubicBezTo>
                      <a:pt x="9004" y="13775"/>
                      <a:pt x="10208" y="13318"/>
                      <a:pt x="11121" y="12404"/>
                    </a:cubicBezTo>
                    <a:lnTo>
                      <a:pt x="13782" y="9750"/>
                    </a:lnTo>
                    <a:cubicBezTo>
                      <a:pt x="13950" y="9577"/>
                      <a:pt x="14097" y="9396"/>
                      <a:pt x="14233" y="9209"/>
                    </a:cubicBezTo>
                    <a:lnTo>
                      <a:pt x="502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50"/>
              <p:cNvSpPr/>
              <p:nvPr/>
            </p:nvSpPr>
            <p:spPr>
              <a:xfrm>
                <a:off x="6196400" y="1654100"/>
                <a:ext cx="127050" cy="124475"/>
              </a:xfrm>
              <a:custGeom>
                <a:avLst/>
                <a:gdLst/>
                <a:ahLst/>
                <a:cxnLst/>
                <a:rect l="l" t="t" r="r" b="b"/>
                <a:pathLst>
                  <a:path w="5082" h="4979" extrusionOk="0">
                    <a:moveTo>
                      <a:pt x="3903" y="0"/>
                    </a:moveTo>
                    <a:cubicBezTo>
                      <a:pt x="3627" y="0"/>
                      <a:pt x="3349" y="110"/>
                      <a:pt x="3143" y="315"/>
                    </a:cubicBezTo>
                    <a:lnTo>
                      <a:pt x="1" y="3459"/>
                    </a:lnTo>
                    <a:lnTo>
                      <a:pt x="1520" y="4979"/>
                    </a:lnTo>
                    <a:lnTo>
                      <a:pt x="4662" y="1836"/>
                    </a:lnTo>
                    <a:cubicBezTo>
                      <a:pt x="5081" y="1417"/>
                      <a:pt x="5081" y="734"/>
                      <a:pt x="4662" y="315"/>
                    </a:cubicBezTo>
                    <a:cubicBezTo>
                      <a:pt x="4451" y="110"/>
                      <a:pt x="4174" y="0"/>
                      <a:pt x="39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50"/>
              <p:cNvSpPr/>
              <p:nvPr/>
            </p:nvSpPr>
            <p:spPr>
              <a:xfrm>
                <a:off x="6329725" y="1787550"/>
                <a:ext cx="127025" cy="124350"/>
              </a:xfrm>
              <a:custGeom>
                <a:avLst/>
                <a:gdLst/>
                <a:ahLst/>
                <a:cxnLst/>
                <a:rect l="l" t="t" r="r" b="b"/>
                <a:pathLst>
                  <a:path w="5081" h="4974" extrusionOk="0">
                    <a:moveTo>
                      <a:pt x="3903" y="1"/>
                    </a:moveTo>
                    <a:cubicBezTo>
                      <a:pt x="3626" y="1"/>
                      <a:pt x="3356" y="104"/>
                      <a:pt x="3143" y="316"/>
                    </a:cubicBezTo>
                    <a:lnTo>
                      <a:pt x="0" y="3454"/>
                    </a:lnTo>
                    <a:lnTo>
                      <a:pt x="1520" y="4973"/>
                    </a:lnTo>
                    <a:lnTo>
                      <a:pt x="4662" y="1831"/>
                    </a:lnTo>
                    <a:cubicBezTo>
                      <a:pt x="5081" y="1412"/>
                      <a:pt x="5081" y="735"/>
                      <a:pt x="4662" y="316"/>
                    </a:cubicBezTo>
                    <a:cubicBezTo>
                      <a:pt x="4450" y="104"/>
                      <a:pt x="4180" y="1"/>
                      <a:pt x="39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" name="Google Shape;588;p35"/>
          <p:cNvSpPr txBox="1">
            <a:spLocks/>
          </p:cNvSpPr>
          <p:nvPr/>
        </p:nvSpPr>
        <p:spPr>
          <a:xfrm>
            <a:off x="1083015" y="1160988"/>
            <a:ext cx="12753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/>
              <a:t>01.</a:t>
            </a:r>
            <a:endParaRPr lang="en" dirty="0"/>
          </a:p>
        </p:txBody>
      </p:sp>
      <p:sp>
        <p:nvSpPr>
          <p:cNvPr id="12" name="Google Shape;588;p35"/>
          <p:cNvSpPr txBox="1">
            <a:spLocks/>
          </p:cNvSpPr>
          <p:nvPr/>
        </p:nvSpPr>
        <p:spPr>
          <a:xfrm>
            <a:off x="1235415" y="1313388"/>
            <a:ext cx="12753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/>
              <a:t>01.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7518372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602247" y="1041208"/>
            <a:ext cx="774065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NSGA-II explore intelligemment les compromis entre pic de charge et insatisfaction en :</a:t>
            </a:r>
          </a:p>
          <a:p>
            <a:endParaRPr lang="fr-FR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Classant les solutions par fronts de Pareto</a:t>
            </a:r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Favorisant la diversité</a:t>
            </a:r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pour éviter les solutions localement optimales.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Utilisant des opérateurs génétiques</a:t>
            </a:r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pour améliorer itérativement la population.</a:t>
            </a:r>
          </a:p>
        </p:txBody>
      </p:sp>
    </p:spTree>
    <p:extLst>
      <p:ext uri="{BB962C8B-B14F-4D97-AF65-F5344CB8AC3E}">
        <p14:creationId xmlns:p14="http://schemas.microsoft.com/office/powerpoint/2010/main" val="18736798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602247" y="1414187"/>
            <a:ext cx="774065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[Population aléatoire]</a:t>
            </a:r>
          </a:p>
          <a:p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[Évaluation → f1, f2]</a:t>
            </a:r>
          </a:p>
          <a:p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[Tri non-dominé → Fronts]</a:t>
            </a:r>
          </a:p>
          <a:p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[Crowding distance → Diversité]</a:t>
            </a:r>
          </a:p>
          <a:p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[Sélection + Croisement + Mutation]</a:t>
            </a:r>
          </a:p>
          <a:p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[Nouvelle génération] → Répéter jusqu’à convergence.</a:t>
            </a:r>
          </a:p>
        </p:txBody>
      </p:sp>
      <p:sp>
        <p:nvSpPr>
          <p:cNvPr id="2" name="ZoneTexte 1"/>
          <p:cNvSpPr txBox="1"/>
          <p:nvPr/>
        </p:nvSpPr>
        <p:spPr>
          <a:xfrm>
            <a:off x="2550695" y="649706"/>
            <a:ext cx="4271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accent1"/>
                </a:solidFill>
              </a:rPr>
              <a:t>Fonctionnement étape par étape</a:t>
            </a:r>
            <a:endParaRPr lang="fr-FR" sz="2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27911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50"/>
          <p:cNvSpPr txBox="1">
            <a:spLocks noGrp="1"/>
          </p:cNvSpPr>
          <p:nvPr>
            <p:ph type="title"/>
          </p:nvPr>
        </p:nvSpPr>
        <p:spPr>
          <a:xfrm>
            <a:off x="3792808" y="3048001"/>
            <a:ext cx="2435167" cy="1654422"/>
          </a:xfrm>
          <a:prstGeom prst="rect">
            <a:avLst/>
          </a:prstGeom>
        </p:spPr>
        <p:txBody>
          <a:bodyPr spcFirstLastPara="1" wrap="square" lIns="91425" tIns="91425" rIns="457200" bIns="91425" anchor="ctr" anchorCtr="0">
            <a:noAutofit/>
          </a:bodyPr>
          <a:lstStyle/>
          <a:p>
            <a:pPr lvl="0" algn="l"/>
            <a:br>
              <a:rPr lang="fr-FR" dirty="0">
                <a:solidFill>
                  <a:schemeClr val="accent1"/>
                </a:solidFill>
              </a:rPr>
            </a:br>
            <a:br>
              <a:rPr lang="fr-FR" dirty="0">
                <a:solidFill>
                  <a:schemeClr val="accent1"/>
                </a:solidFill>
              </a:rPr>
            </a:br>
            <a:r>
              <a:rPr lang="fr-FR" dirty="0">
                <a:solidFill>
                  <a:schemeClr val="accent1"/>
                </a:solidFill>
              </a:rPr>
              <a:t>05.</a:t>
            </a:r>
            <a:br>
              <a:rPr lang="fr-FR" dirty="0">
                <a:solidFill>
                  <a:schemeClr val="accent1"/>
                </a:solidFill>
              </a:rPr>
            </a:br>
            <a:r>
              <a:rPr lang="fr-FR" dirty="0"/>
              <a:t>Résultats obtenus</a:t>
            </a:r>
            <a:br>
              <a:rPr lang="fr-FR" dirty="0"/>
            </a:br>
            <a:br>
              <a:rPr lang="fr-FR" dirty="0"/>
            </a:br>
            <a:endParaRPr dirty="0">
              <a:solidFill>
                <a:schemeClr val="accent1"/>
              </a:solidFill>
            </a:endParaRPr>
          </a:p>
        </p:txBody>
      </p:sp>
      <p:grpSp>
        <p:nvGrpSpPr>
          <p:cNvPr id="978" name="Google Shape;978;p50"/>
          <p:cNvGrpSpPr/>
          <p:nvPr/>
        </p:nvGrpSpPr>
        <p:grpSpPr>
          <a:xfrm>
            <a:off x="-233825" y="262867"/>
            <a:ext cx="6301119" cy="382141"/>
            <a:chOff x="-233825" y="262867"/>
            <a:chExt cx="6301119" cy="382141"/>
          </a:xfrm>
        </p:grpSpPr>
        <p:cxnSp>
          <p:nvCxnSpPr>
            <p:cNvPr id="979" name="Google Shape;979;p50"/>
            <p:cNvCxnSpPr/>
            <p:nvPr/>
          </p:nvCxnSpPr>
          <p:spPr>
            <a:xfrm>
              <a:off x="-233825" y="454400"/>
              <a:ext cx="5995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980" name="Google Shape;980;p50"/>
            <p:cNvGrpSpPr/>
            <p:nvPr/>
          </p:nvGrpSpPr>
          <p:grpSpPr>
            <a:xfrm rot="2700771">
              <a:off x="5739001" y="321019"/>
              <a:ext cx="274531" cy="265837"/>
              <a:chOff x="6021400" y="1654100"/>
              <a:chExt cx="435350" cy="421375"/>
            </a:xfrm>
          </p:grpSpPr>
          <p:sp>
            <p:nvSpPr>
              <p:cNvPr id="981" name="Google Shape;981;p50"/>
              <p:cNvSpPr/>
              <p:nvPr/>
            </p:nvSpPr>
            <p:spPr>
              <a:xfrm>
                <a:off x="6021400" y="1731075"/>
                <a:ext cx="355825" cy="344400"/>
              </a:xfrm>
              <a:custGeom>
                <a:avLst/>
                <a:gdLst/>
                <a:ahLst/>
                <a:cxnLst/>
                <a:rect l="l" t="t" r="r" b="b"/>
                <a:pathLst>
                  <a:path w="14233" h="13776" extrusionOk="0">
                    <a:moveTo>
                      <a:pt x="5024" y="0"/>
                    </a:moveTo>
                    <a:cubicBezTo>
                      <a:pt x="4837" y="135"/>
                      <a:pt x="4656" y="283"/>
                      <a:pt x="4489" y="458"/>
                    </a:cubicBezTo>
                    <a:lnTo>
                      <a:pt x="1829" y="3110"/>
                    </a:lnTo>
                    <a:cubicBezTo>
                      <a:pt x="0" y="4940"/>
                      <a:pt x="0" y="7915"/>
                      <a:pt x="1829" y="9750"/>
                    </a:cubicBezTo>
                    <a:lnTo>
                      <a:pt x="4489" y="12404"/>
                    </a:lnTo>
                    <a:cubicBezTo>
                      <a:pt x="5402" y="13318"/>
                      <a:pt x="6600" y="13775"/>
                      <a:pt x="7806" y="13775"/>
                    </a:cubicBezTo>
                    <a:cubicBezTo>
                      <a:pt x="9004" y="13775"/>
                      <a:pt x="10208" y="13318"/>
                      <a:pt x="11121" y="12404"/>
                    </a:cubicBezTo>
                    <a:lnTo>
                      <a:pt x="13782" y="9750"/>
                    </a:lnTo>
                    <a:cubicBezTo>
                      <a:pt x="13950" y="9577"/>
                      <a:pt x="14097" y="9396"/>
                      <a:pt x="14233" y="9209"/>
                    </a:cubicBezTo>
                    <a:lnTo>
                      <a:pt x="502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50"/>
              <p:cNvSpPr/>
              <p:nvPr/>
            </p:nvSpPr>
            <p:spPr>
              <a:xfrm>
                <a:off x="6196400" y="1654100"/>
                <a:ext cx="127050" cy="124475"/>
              </a:xfrm>
              <a:custGeom>
                <a:avLst/>
                <a:gdLst/>
                <a:ahLst/>
                <a:cxnLst/>
                <a:rect l="l" t="t" r="r" b="b"/>
                <a:pathLst>
                  <a:path w="5082" h="4979" extrusionOk="0">
                    <a:moveTo>
                      <a:pt x="3903" y="0"/>
                    </a:moveTo>
                    <a:cubicBezTo>
                      <a:pt x="3627" y="0"/>
                      <a:pt x="3349" y="110"/>
                      <a:pt x="3143" y="315"/>
                    </a:cubicBezTo>
                    <a:lnTo>
                      <a:pt x="1" y="3459"/>
                    </a:lnTo>
                    <a:lnTo>
                      <a:pt x="1520" y="4979"/>
                    </a:lnTo>
                    <a:lnTo>
                      <a:pt x="4662" y="1836"/>
                    </a:lnTo>
                    <a:cubicBezTo>
                      <a:pt x="5081" y="1417"/>
                      <a:pt x="5081" y="734"/>
                      <a:pt x="4662" y="315"/>
                    </a:cubicBezTo>
                    <a:cubicBezTo>
                      <a:pt x="4451" y="110"/>
                      <a:pt x="4174" y="0"/>
                      <a:pt x="39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50"/>
              <p:cNvSpPr/>
              <p:nvPr/>
            </p:nvSpPr>
            <p:spPr>
              <a:xfrm>
                <a:off x="6329725" y="1787550"/>
                <a:ext cx="127025" cy="124350"/>
              </a:xfrm>
              <a:custGeom>
                <a:avLst/>
                <a:gdLst/>
                <a:ahLst/>
                <a:cxnLst/>
                <a:rect l="l" t="t" r="r" b="b"/>
                <a:pathLst>
                  <a:path w="5081" h="4974" extrusionOk="0">
                    <a:moveTo>
                      <a:pt x="3903" y="1"/>
                    </a:moveTo>
                    <a:cubicBezTo>
                      <a:pt x="3626" y="1"/>
                      <a:pt x="3356" y="104"/>
                      <a:pt x="3143" y="316"/>
                    </a:cubicBezTo>
                    <a:lnTo>
                      <a:pt x="0" y="3454"/>
                    </a:lnTo>
                    <a:lnTo>
                      <a:pt x="1520" y="4973"/>
                    </a:lnTo>
                    <a:lnTo>
                      <a:pt x="4662" y="1831"/>
                    </a:lnTo>
                    <a:cubicBezTo>
                      <a:pt x="5081" y="1412"/>
                      <a:pt x="5081" y="735"/>
                      <a:pt x="4662" y="316"/>
                    </a:cubicBezTo>
                    <a:cubicBezTo>
                      <a:pt x="4450" y="104"/>
                      <a:pt x="4180" y="1"/>
                      <a:pt x="39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" name="Google Shape;588;p35"/>
          <p:cNvSpPr txBox="1">
            <a:spLocks/>
          </p:cNvSpPr>
          <p:nvPr/>
        </p:nvSpPr>
        <p:spPr>
          <a:xfrm>
            <a:off x="1083015" y="1160988"/>
            <a:ext cx="12753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/>
              <a:t>01.</a:t>
            </a:r>
            <a:endParaRPr lang="en" dirty="0"/>
          </a:p>
        </p:txBody>
      </p:sp>
      <p:sp>
        <p:nvSpPr>
          <p:cNvPr id="12" name="Google Shape;588;p35"/>
          <p:cNvSpPr txBox="1">
            <a:spLocks/>
          </p:cNvSpPr>
          <p:nvPr/>
        </p:nvSpPr>
        <p:spPr>
          <a:xfrm>
            <a:off x="1235415" y="1313388"/>
            <a:ext cx="12753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/>
              <a:t>01.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8820659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636293" y="1541245"/>
            <a:ext cx="601578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Planning de recharge qui équilibre charge réseau et besoins des utilisateurs.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246" y="4497169"/>
            <a:ext cx="26649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chemeClr val="accent2"/>
                </a:solidFill>
              </a:rPr>
              <a:t>- Démo d’application</a:t>
            </a:r>
            <a:br>
              <a:rPr lang="fr-FR" sz="1800" b="1" dirty="0">
                <a:solidFill>
                  <a:schemeClr val="accent2"/>
                </a:solidFill>
                <a:latin typeface="DeepSeek-CJK-patch"/>
              </a:rPr>
            </a:br>
            <a:endParaRPr lang="fr-FR" sz="1800" b="1" dirty="0">
              <a:solidFill>
                <a:schemeClr val="accent2"/>
              </a:solidFill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A138A603-0578-7F1E-5801-257406E30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22" y="673210"/>
            <a:ext cx="4032000" cy="333116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23A36B19-5C0A-CAD3-66C8-417380C3B6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1566" y="343009"/>
            <a:ext cx="3348000" cy="2559221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9E77CB0F-83F5-B83E-6150-C374D04974CD}"/>
              </a:ext>
            </a:extLst>
          </p:cNvPr>
          <p:cNvSpPr txBox="1"/>
          <p:nvPr/>
        </p:nvSpPr>
        <p:spPr>
          <a:xfrm>
            <a:off x="4724477" y="2984609"/>
            <a:ext cx="3962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lang="fr-FR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points bleus 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montrent toutes les solutions explorées par l’algorithme, illustrant la variété des compromis possibles entre les objectifs (comme profit et satisfaction).</a:t>
            </a:r>
          </a:p>
          <a:p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lang="fr-FR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points rouges 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forment le front de Pareto, représentant les meilleures solutions équilibrées, impossibles à améliorer sur un objectif sans nuire à l’autre.</a:t>
            </a:r>
          </a:p>
        </p:txBody>
      </p:sp>
    </p:spTree>
    <p:extLst>
      <p:ext uri="{BB962C8B-B14F-4D97-AF65-F5344CB8AC3E}">
        <p14:creationId xmlns:p14="http://schemas.microsoft.com/office/powerpoint/2010/main" val="32262601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50"/>
          <p:cNvSpPr txBox="1">
            <a:spLocks noGrp="1"/>
          </p:cNvSpPr>
          <p:nvPr>
            <p:ph type="title"/>
          </p:nvPr>
        </p:nvSpPr>
        <p:spPr>
          <a:xfrm>
            <a:off x="3792808" y="2497873"/>
            <a:ext cx="3403446" cy="2204550"/>
          </a:xfrm>
          <a:prstGeom prst="rect">
            <a:avLst/>
          </a:prstGeom>
        </p:spPr>
        <p:txBody>
          <a:bodyPr spcFirstLastPara="1" wrap="square" lIns="91425" tIns="91425" rIns="457200" bIns="91425" anchor="ctr" anchorCtr="0">
            <a:noAutofit/>
          </a:bodyPr>
          <a:lstStyle/>
          <a:p>
            <a:pPr algn="l"/>
            <a:br>
              <a:rPr lang="fr-FR" dirty="0">
                <a:solidFill>
                  <a:schemeClr val="accent1"/>
                </a:solidFill>
              </a:rPr>
            </a:br>
            <a:r>
              <a:rPr lang="fr-FR" dirty="0">
                <a:solidFill>
                  <a:schemeClr val="accent1"/>
                </a:solidFill>
              </a:rPr>
              <a:t>06.</a:t>
            </a:r>
            <a:br>
              <a:rPr lang="fr-FR" dirty="0">
                <a:solidFill>
                  <a:schemeClr val="accent1"/>
                </a:solidFill>
              </a:rPr>
            </a:br>
            <a:r>
              <a:rPr lang="fr-FR" dirty="0"/>
              <a:t>Interface utilisateur (Streamlit)</a:t>
            </a:r>
            <a:br>
              <a:rPr lang="fr-FR" dirty="0"/>
            </a:br>
            <a:endParaRPr dirty="0">
              <a:solidFill>
                <a:schemeClr val="accent1"/>
              </a:solidFill>
            </a:endParaRPr>
          </a:p>
        </p:txBody>
      </p:sp>
      <p:grpSp>
        <p:nvGrpSpPr>
          <p:cNvPr id="978" name="Google Shape;978;p50"/>
          <p:cNvGrpSpPr/>
          <p:nvPr/>
        </p:nvGrpSpPr>
        <p:grpSpPr>
          <a:xfrm>
            <a:off x="-233825" y="262867"/>
            <a:ext cx="6301119" cy="382141"/>
            <a:chOff x="-233825" y="262867"/>
            <a:chExt cx="6301119" cy="382141"/>
          </a:xfrm>
        </p:grpSpPr>
        <p:cxnSp>
          <p:nvCxnSpPr>
            <p:cNvPr id="979" name="Google Shape;979;p50"/>
            <p:cNvCxnSpPr/>
            <p:nvPr/>
          </p:nvCxnSpPr>
          <p:spPr>
            <a:xfrm>
              <a:off x="-233825" y="454400"/>
              <a:ext cx="5995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980" name="Google Shape;980;p50"/>
            <p:cNvGrpSpPr/>
            <p:nvPr/>
          </p:nvGrpSpPr>
          <p:grpSpPr>
            <a:xfrm rot="2700771">
              <a:off x="5739001" y="321019"/>
              <a:ext cx="274531" cy="265837"/>
              <a:chOff x="6021400" y="1654100"/>
              <a:chExt cx="435350" cy="421375"/>
            </a:xfrm>
          </p:grpSpPr>
          <p:sp>
            <p:nvSpPr>
              <p:cNvPr id="981" name="Google Shape;981;p50"/>
              <p:cNvSpPr/>
              <p:nvPr/>
            </p:nvSpPr>
            <p:spPr>
              <a:xfrm>
                <a:off x="6021400" y="1731075"/>
                <a:ext cx="355825" cy="344400"/>
              </a:xfrm>
              <a:custGeom>
                <a:avLst/>
                <a:gdLst/>
                <a:ahLst/>
                <a:cxnLst/>
                <a:rect l="l" t="t" r="r" b="b"/>
                <a:pathLst>
                  <a:path w="14233" h="13776" extrusionOk="0">
                    <a:moveTo>
                      <a:pt x="5024" y="0"/>
                    </a:moveTo>
                    <a:cubicBezTo>
                      <a:pt x="4837" y="135"/>
                      <a:pt x="4656" y="283"/>
                      <a:pt x="4489" y="458"/>
                    </a:cubicBezTo>
                    <a:lnTo>
                      <a:pt x="1829" y="3110"/>
                    </a:lnTo>
                    <a:cubicBezTo>
                      <a:pt x="0" y="4940"/>
                      <a:pt x="0" y="7915"/>
                      <a:pt x="1829" y="9750"/>
                    </a:cubicBezTo>
                    <a:lnTo>
                      <a:pt x="4489" y="12404"/>
                    </a:lnTo>
                    <a:cubicBezTo>
                      <a:pt x="5402" y="13318"/>
                      <a:pt x="6600" y="13775"/>
                      <a:pt x="7806" y="13775"/>
                    </a:cubicBezTo>
                    <a:cubicBezTo>
                      <a:pt x="9004" y="13775"/>
                      <a:pt x="10208" y="13318"/>
                      <a:pt x="11121" y="12404"/>
                    </a:cubicBezTo>
                    <a:lnTo>
                      <a:pt x="13782" y="9750"/>
                    </a:lnTo>
                    <a:cubicBezTo>
                      <a:pt x="13950" y="9577"/>
                      <a:pt x="14097" y="9396"/>
                      <a:pt x="14233" y="9209"/>
                    </a:cubicBezTo>
                    <a:lnTo>
                      <a:pt x="502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50"/>
              <p:cNvSpPr/>
              <p:nvPr/>
            </p:nvSpPr>
            <p:spPr>
              <a:xfrm>
                <a:off x="6196400" y="1654100"/>
                <a:ext cx="127050" cy="124475"/>
              </a:xfrm>
              <a:custGeom>
                <a:avLst/>
                <a:gdLst/>
                <a:ahLst/>
                <a:cxnLst/>
                <a:rect l="l" t="t" r="r" b="b"/>
                <a:pathLst>
                  <a:path w="5082" h="4979" extrusionOk="0">
                    <a:moveTo>
                      <a:pt x="3903" y="0"/>
                    </a:moveTo>
                    <a:cubicBezTo>
                      <a:pt x="3627" y="0"/>
                      <a:pt x="3349" y="110"/>
                      <a:pt x="3143" y="315"/>
                    </a:cubicBezTo>
                    <a:lnTo>
                      <a:pt x="1" y="3459"/>
                    </a:lnTo>
                    <a:lnTo>
                      <a:pt x="1520" y="4979"/>
                    </a:lnTo>
                    <a:lnTo>
                      <a:pt x="4662" y="1836"/>
                    </a:lnTo>
                    <a:cubicBezTo>
                      <a:pt x="5081" y="1417"/>
                      <a:pt x="5081" y="734"/>
                      <a:pt x="4662" y="315"/>
                    </a:cubicBezTo>
                    <a:cubicBezTo>
                      <a:pt x="4451" y="110"/>
                      <a:pt x="4174" y="0"/>
                      <a:pt x="39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50"/>
              <p:cNvSpPr/>
              <p:nvPr/>
            </p:nvSpPr>
            <p:spPr>
              <a:xfrm>
                <a:off x="6329725" y="1787550"/>
                <a:ext cx="127025" cy="124350"/>
              </a:xfrm>
              <a:custGeom>
                <a:avLst/>
                <a:gdLst/>
                <a:ahLst/>
                <a:cxnLst/>
                <a:rect l="l" t="t" r="r" b="b"/>
                <a:pathLst>
                  <a:path w="5081" h="4974" extrusionOk="0">
                    <a:moveTo>
                      <a:pt x="3903" y="1"/>
                    </a:moveTo>
                    <a:cubicBezTo>
                      <a:pt x="3626" y="1"/>
                      <a:pt x="3356" y="104"/>
                      <a:pt x="3143" y="316"/>
                    </a:cubicBezTo>
                    <a:lnTo>
                      <a:pt x="0" y="3454"/>
                    </a:lnTo>
                    <a:lnTo>
                      <a:pt x="1520" y="4973"/>
                    </a:lnTo>
                    <a:lnTo>
                      <a:pt x="4662" y="1831"/>
                    </a:lnTo>
                    <a:cubicBezTo>
                      <a:pt x="5081" y="1412"/>
                      <a:pt x="5081" y="735"/>
                      <a:pt x="4662" y="316"/>
                    </a:cubicBezTo>
                    <a:cubicBezTo>
                      <a:pt x="4450" y="104"/>
                      <a:pt x="4180" y="1"/>
                      <a:pt x="39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" name="Google Shape;588;p35"/>
          <p:cNvSpPr txBox="1">
            <a:spLocks/>
          </p:cNvSpPr>
          <p:nvPr/>
        </p:nvSpPr>
        <p:spPr>
          <a:xfrm>
            <a:off x="1083015" y="1160988"/>
            <a:ext cx="12753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/>
              <a:t>01.</a:t>
            </a:r>
            <a:endParaRPr lang="en" dirty="0"/>
          </a:p>
        </p:txBody>
      </p:sp>
      <p:sp>
        <p:nvSpPr>
          <p:cNvPr id="12" name="Google Shape;588;p35"/>
          <p:cNvSpPr txBox="1">
            <a:spLocks/>
          </p:cNvSpPr>
          <p:nvPr/>
        </p:nvSpPr>
        <p:spPr>
          <a:xfrm>
            <a:off x="1235415" y="1313388"/>
            <a:ext cx="12753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/>
              <a:t>01.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9003863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782" y="664420"/>
            <a:ext cx="7302044" cy="4045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2672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810" y="664420"/>
            <a:ext cx="6149988" cy="4045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0018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911" y="596899"/>
            <a:ext cx="7484090" cy="4279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7319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751" y="662970"/>
            <a:ext cx="7632700" cy="419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1650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5" name="Google Shape;2895;p63"/>
          <p:cNvSpPr txBox="1">
            <a:spLocks noGrp="1"/>
          </p:cNvSpPr>
          <p:nvPr>
            <p:ph type="title"/>
          </p:nvPr>
        </p:nvSpPr>
        <p:spPr>
          <a:xfrm>
            <a:off x="1222730" y="103231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Merci pour votre attention</a:t>
            </a:r>
            <a:endParaRPr sz="4000" dirty="0">
              <a:solidFill>
                <a:schemeClr val="accent1"/>
              </a:solidFill>
            </a:endParaRPr>
          </a:p>
        </p:txBody>
      </p:sp>
      <p:grpSp>
        <p:nvGrpSpPr>
          <p:cNvPr id="2896" name="Google Shape;2896;p63"/>
          <p:cNvGrpSpPr/>
          <p:nvPr/>
        </p:nvGrpSpPr>
        <p:grpSpPr>
          <a:xfrm flipH="1">
            <a:off x="5943879" y="2393658"/>
            <a:ext cx="2216668" cy="1592360"/>
            <a:chOff x="1115254" y="1213592"/>
            <a:chExt cx="2343944" cy="1683790"/>
          </a:xfrm>
        </p:grpSpPr>
        <p:sp>
          <p:nvSpPr>
            <p:cNvPr id="2897" name="Google Shape;2897;p63"/>
            <p:cNvSpPr/>
            <p:nvPr/>
          </p:nvSpPr>
          <p:spPr>
            <a:xfrm>
              <a:off x="2686175" y="1705856"/>
              <a:ext cx="119623" cy="80320"/>
            </a:xfrm>
            <a:custGeom>
              <a:avLst/>
              <a:gdLst/>
              <a:ahLst/>
              <a:cxnLst/>
              <a:rect l="l" t="t" r="r" b="b"/>
              <a:pathLst>
                <a:path w="6766" h="4543" extrusionOk="0">
                  <a:moveTo>
                    <a:pt x="5509" y="0"/>
                  </a:moveTo>
                  <a:cubicBezTo>
                    <a:pt x="5276" y="0"/>
                    <a:pt x="0" y="2485"/>
                    <a:pt x="0" y="2485"/>
                  </a:cubicBezTo>
                  <a:cubicBezTo>
                    <a:pt x="521" y="3162"/>
                    <a:pt x="1473" y="4543"/>
                    <a:pt x="1473" y="4543"/>
                  </a:cubicBezTo>
                  <a:cubicBezTo>
                    <a:pt x="1473" y="4543"/>
                    <a:pt x="6766" y="2852"/>
                    <a:pt x="6644" y="2485"/>
                  </a:cubicBezTo>
                  <a:cubicBezTo>
                    <a:pt x="6529" y="2125"/>
                    <a:pt x="5740" y="0"/>
                    <a:pt x="55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63"/>
            <p:cNvSpPr/>
            <p:nvPr/>
          </p:nvSpPr>
          <p:spPr>
            <a:xfrm>
              <a:off x="2546715" y="1644949"/>
              <a:ext cx="89602" cy="55056"/>
            </a:xfrm>
            <a:custGeom>
              <a:avLst/>
              <a:gdLst/>
              <a:ahLst/>
              <a:cxnLst/>
              <a:rect l="l" t="t" r="r" b="b"/>
              <a:pathLst>
                <a:path w="5068" h="3114" extrusionOk="0">
                  <a:moveTo>
                    <a:pt x="3904" y="1"/>
                  </a:moveTo>
                  <a:cubicBezTo>
                    <a:pt x="3778" y="1"/>
                    <a:pt x="3641" y="29"/>
                    <a:pt x="3493" y="94"/>
                  </a:cubicBezTo>
                  <a:cubicBezTo>
                    <a:pt x="2370" y="582"/>
                    <a:pt x="471" y="1571"/>
                    <a:pt x="471" y="1571"/>
                  </a:cubicBezTo>
                  <a:cubicBezTo>
                    <a:pt x="471" y="1571"/>
                    <a:pt x="1" y="2224"/>
                    <a:pt x="648" y="2811"/>
                  </a:cubicBezTo>
                  <a:cubicBezTo>
                    <a:pt x="905" y="3046"/>
                    <a:pt x="1202" y="3113"/>
                    <a:pt x="1456" y="3113"/>
                  </a:cubicBezTo>
                  <a:cubicBezTo>
                    <a:pt x="1788" y="3113"/>
                    <a:pt x="2046" y="3000"/>
                    <a:pt x="2046" y="3000"/>
                  </a:cubicBezTo>
                  <a:lnTo>
                    <a:pt x="5068" y="1241"/>
                  </a:lnTo>
                  <a:cubicBezTo>
                    <a:pt x="5068" y="1241"/>
                    <a:pt x="4736" y="1"/>
                    <a:pt x="39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63"/>
            <p:cNvSpPr/>
            <p:nvPr/>
          </p:nvSpPr>
          <p:spPr>
            <a:xfrm>
              <a:off x="1905868" y="2321668"/>
              <a:ext cx="284577" cy="305192"/>
            </a:xfrm>
            <a:custGeom>
              <a:avLst/>
              <a:gdLst/>
              <a:ahLst/>
              <a:cxnLst/>
              <a:rect l="l" t="t" r="r" b="b"/>
              <a:pathLst>
                <a:path w="16096" h="17262" extrusionOk="0">
                  <a:moveTo>
                    <a:pt x="7531" y="0"/>
                  </a:moveTo>
                  <a:cubicBezTo>
                    <a:pt x="7528" y="0"/>
                    <a:pt x="7525" y="1"/>
                    <a:pt x="7522" y="1"/>
                  </a:cubicBezTo>
                  <a:cubicBezTo>
                    <a:pt x="6825" y="117"/>
                    <a:pt x="1923" y="4257"/>
                    <a:pt x="164" y="4434"/>
                  </a:cubicBezTo>
                  <a:cubicBezTo>
                    <a:pt x="164" y="4434"/>
                    <a:pt x="0" y="14635"/>
                    <a:pt x="586" y="15216"/>
                  </a:cubicBezTo>
                  <a:cubicBezTo>
                    <a:pt x="1165" y="15802"/>
                    <a:pt x="4315" y="17261"/>
                    <a:pt x="7173" y="17261"/>
                  </a:cubicBezTo>
                  <a:cubicBezTo>
                    <a:pt x="10030" y="17261"/>
                    <a:pt x="14219" y="15057"/>
                    <a:pt x="15159" y="14049"/>
                  </a:cubicBezTo>
                  <a:cubicBezTo>
                    <a:pt x="16095" y="13047"/>
                    <a:pt x="8292" y="0"/>
                    <a:pt x="75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63"/>
            <p:cNvSpPr/>
            <p:nvPr/>
          </p:nvSpPr>
          <p:spPr>
            <a:xfrm>
              <a:off x="2052984" y="2599881"/>
              <a:ext cx="118544" cy="297501"/>
            </a:xfrm>
            <a:custGeom>
              <a:avLst/>
              <a:gdLst/>
              <a:ahLst/>
              <a:cxnLst/>
              <a:rect l="l" t="t" r="r" b="b"/>
              <a:pathLst>
                <a:path w="6705" h="16827" extrusionOk="0">
                  <a:moveTo>
                    <a:pt x="1832" y="1"/>
                  </a:moveTo>
                  <a:cubicBezTo>
                    <a:pt x="1604" y="1"/>
                    <a:pt x="1383" y="81"/>
                    <a:pt x="1196" y="237"/>
                  </a:cubicBezTo>
                  <a:cubicBezTo>
                    <a:pt x="1" y="1244"/>
                    <a:pt x="849" y="4841"/>
                    <a:pt x="3199" y="12521"/>
                  </a:cubicBezTo>
                  <a:cubicBezTo>
                    <a:pt x="3676" y="14085"/>
                    <a:pt x="4090" y="15434"/>
                    <a:pt x="4323" y="16362"/>
                  </a:cubicBezTo>
                  <a:cubicBezTo>
                    <a:pt x="4391" y="16643"/>
                    <a:pt x="4640" y="16826"/>
                    <a:pt x="4915" y="16826"/>
                  </a:cubicBezTo>
                  <a:cubicBezTo>
                    <a:pt x="4964" y="16826"/>
                    <a:pt x="5013" y="16820"/>
                    <a:pt x="5062" y="16807"/>
                  </a:cubicBezTo>
                  <a:cubicBezTo>
                    <a:pt x="5391" y="16728"/>
                    <a:pt x="5592" y="16392"/>
                    <a:pt x="5507" y="16069"/>
                  </a:cubicBezTo>
                  <a:cubicBezTo>
                    <a:pt x="5270" y="15110"/>
                    <a:pt x="4854" y="13743"/>
                    <a:pt x="4366" y="12168"/>
                  </a:cubicBezTo>
                  <a:cubicBezTo>
                    <a:pt x="3676" y="9897"/>
                    <a:pt x="2889" y="7325"/>
                    <a:pt x="2382" y="5158"/>
                  </a:cubicBezTo>
                  <a:cubicBezTo>
                    <a:pt x="1790" y="2599"/>
                    <a:pt x="1844" y="1660"/>
                    <a:pt x="1923" y="1336"/>
                  </a:cubicBezTo>
                  <a:lnTo>
                    <a:pt x="1923" y="1336"/>
                  </a:lnTo>
                  <a:cubicBezTo>
                    <a:pt x="2754" y="2191"/>
                    <a:pt x="4354" y="6636"/>
                    <a:pt x="5434" y="10604"/>
                  </a:cubicBezTo>
                  <a:cubicBezTo>
                    <a:pt x="5505" y="10874"/>
                    <a:pt x="5751" y="11055"/>
                    <a:pt x="6022" y="11055"/>
                  </a:cubicBezTo>
                  <a:cubicBezTo>
                    <a:pt x="6076" y="11055"/>
                    <a:pt x="6131" y="11047"/>
                    <a:pt x="6186" y="11032"/>
                  </a:cubicBezTo>
                  <a:cubicBezTo>
                    <a:pt x="6508" y="10946"/>
                    <a:pt x="6704" y="10610"/>
                    <a:pt x="6612" y="10281"/>
                  </a:cubicBezTo>
                  <a:cubicBezTo>
                    <a:pt x="6606" y="10256"/>
                    <a:pt x="5966" y="7899"/>
                    <a:pt x="5141" y="5518"/>
                  </a:cubicBezTo>
                  <a:cubicBezTo>
                    <a:pt x="3602" y="1043"/>
                    <a:pt x="2760" y="243"/>
                    <a:pt x="2137" y="48"/>
                  </a:cubicBezTo>
                  <a:cubicBezTo>
                    <a:pt x="2036" y="16"/>
                    <a:pt x="1933" y="1"/>
                    <a:pt x="18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63"/>
            <p:cNvSpPr/>
            <p:nvPr/>
          </p:nvSpPr>
          <p:spPr>
            <a:xfrm>
              <a:off x="1115254" y="1643269"/>
              <a:ext cx="505312" cy="211559"/>
            </a:xfrm>
            <a:custGeom>
              <a:avLst/>
              <a:gdLst/>
              <a:ahLst/>
              <a:cxnLst/>
              <a:rect l="l" t="t" r="r" b="b"/>
              <a:pathLst>
                <a:path w="28581" h="11966" extrusionOk="0">
                  <a:moveTo>
                    <a:pt x="13286" y="0"/>
                  </a:moveTo>
                  <a:cubicBezTo>
                    <a:pt x="7689" y="0"/>
                    <a:pt x="965" y="158"/>
                    <a:pt x="965" y="158"/>
                  </a:cubicBezTo>
                  <a:cubicBezTo>
                    <a:pt x="178" y="945"/>
                    <a:pt x="440" y="2167"/>
                    <a:pt x="965" y="2607"/>
                  </a:cubicBezTo>
                  <a:cubicBezTo>
                    <a:pt x="1491" y="3039"/>
                    <a:pt x="1" y="3131"/>
                    <a:pt x="1923" y="6014"/>
                  </a:cubicBezTo>
                  <a:cubicBezTo>
                    <a:pt x="3853" y="8900"/>
                    <a:pt x="5422" y="11264"/>
                    <a:pt x="8573" y="11526"/>
                  </a:cubicBezTo>
                  <a:cubicBezTo>
                    <a:pt x="10410" y="11679"/>
                    <a:pt x="15725" y="11965"/>
                    <a:pt x="20010" y="11965"/>
                  </a:cubicBezTo>
                  <a:cubicBezTo>
                    <a:pt x="23073" y="11965"/>
                    <a:pt x="25610" y="11819"/>
                    <a:pt x="25974" y="11374"/>
                  </a:cubicBezTo>
                  <a:cubicBezTo>
                    <a:pt x="26853" y="10300"/>
                    <a:pt x="28580" y="5665"/>
                    <a:pt x="28068" y="4614"/>
                  </a:cubicBezTo>
                  <a:cubicBezTo>
                    <a:pt x="27549" y="3565"/>
                    <a:pt x="23617" y="505"/>
                    <a:pt x="19856" y="158"/>
                  </a:cubicBezTo>
                  <a:cubicBezTo>
                    <a:pt x="18602" y="40"/>
                    <a:pt x="16085" y="0"/>
                    <a:pt x="1328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63"/>
            <p:cNvSpPr/>
            <p:nvPr/>
          </p:nvSpPr>
          <p:spPr>
            <a:xfrm>
              <a:off x="1118401" y="1486677"/>
              <a:ext cx="527218" cy="238185"/>
            </a:xfrm>
            <a:custGeom>
              <a:avLst/>
              <a:gdLst/>
              <a:ahLst/>
              <a:cxnLst/>
              <a:rect l="l" t="t" r="r" b="b"/>
              <a:pathLst>
                <a:path w="29820" h="13472" extrusionOk="0">
                  <a:moveTo>
                    <a:pt x="15888" y="1"/>
                  </a:moveTo>
                  <a:cubicBezTo>
                    <a:pt x="12132" y="1"/>
                    <a:pt x="7280" y="708"/>
                    <a:pt x="4371" y="2195"/>
                  </a:cubicBezTo>
                  <a:cubicBezTo>
                    <a:pt x="262" y="4289"/>
                    <a:pt x="1483" y="6127"/>
                    <a:pt x="1483" y="6127"/>
                  </a:cubicBezTo>
                  <a:cubicBezTo>
                    <a:pt x="1483" y="6127"/>
                    <a:pt x="403" y="6474"/>
                    <a:pt x="293" y="7263"/>
                  </a:cubicBezTo>
                  <a:cubicBezTo>
                    <a:pt x="176" y="8049"/>
                    <a:pt x="0" y="8227"/>
                    <a:pt x="787" y="9015"/>
                  </a:cubicBezTo>
                  <a:cubicBezTo>
                    <a:pt x="1260" y="9487"/>
                    <a:pt x="7190" y="9582"/>
                    <a:pt x="12343" y="9582"/>
                  </a:cubicBezTo>
                  <a:cubicBezTo>
                    <a:pt x="15777" y="9582"/>
                    <a:pt x="18867" y="9540"/>
                    <a:pt x="19763" y="9540"/>
                  </a:cubicBezTo>
                  <a:cubicBezTo>
                    <a:pt x="22003" y="9540"/>
                    <a:pt x="26920" y="13471"/>
                    <a:pt x="27890" y="13471"/>
                  </a:cubicBezTo>
                  <a:cubicBezTo>
                    <a:pt x="28861" y="13471"/>
                    <a:pt x="28158" y="11109"/>
                    <a:pt x="27456" y="10760"/>
                  </a:cubicBezTo>
                  <a:cubicBezTo>
                    <a:pt x="26760" y="10413"/>
                    <a:pt x="29819" y="2805"/>
                    <a:pt x="19763" y="356"/>
                  </a:cubicBezTo>
                  <a:cubicBezTo>
                    <a:pt x="18800" y="121"/>
                    <a:pt x="17438" y="1"/>
                    <a:pt x="158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63"/>
            <p:cNvSpPr/>
            <p:nvPr/>
          </p:nvSpPr>
          <p:spPr>
            <a:xfrm>
              <a:off x="1543570" y="1879810"/>
              <a:ext cx="728115" cy="364615"/>
            </a:xfrm>
            <a:custGeom>
              <a:avLst/>
              <a:gdLst/>
              <a:ahLst/>
              <a:cxnLst/>
              <a:rect l="l" t="t" r="r" b="b"/>
              <a:pathLst>
                <a:path w="41183" h="20623" extrusionOk="0">
                  <a:moveTo>
                    <a:pt x="4270" y="0"/>
                  </a:moveTo>
                  <a:cubicBezTo>
                    <a:pt x="2451" y="0"/>
                    <a:pt x="1276" y="552"/>
                    <a:pt x="697" y="1994"/>
                  </a:cubicBezTo>
                  <a:cubicBezTo>
                    <a:pt x="1" y="3740"/>
                    <a:pt x="10667" y="14589"/>
                    <a:pt x="12072" y="16072"/>
                  </a:cubicBezTo>
                  <a:cubicBezTo>
                    <a:pt x="13470" y="17563"/>
                    <a:pt x="15130" y="20622"/>
                    <a:pt x="20028" y="20622"/>
                  </a:cubicBezTo>
                  <a:cubicBezTo>
                    <a:pt x="24925" y="20622"/>
                    <a:pt x="39973" y="17061"/>
                    <a:pt x="40579" y="16776"/>
                  </a:cubicBezTo>
                  <a:cubicBezTo>
                    <a:pt x="41182" y="16489"/>
                    <a:pt x="37519" y="9253"/>
                    <a:pt x="31133" y="6365"/>
                  </a:cubicBezTo>
                  <a:cubicBezTo>
                    <a:pt x="24747" y="3478"/>
                    <a:pt x="5509" y="71"/>
                    <a:pt x="5509" y="71"/>
                  </a:cubicBezTo>
                  <a:cubicBezTo>
                    <a:pt x="5067" y="25"/>
                    <a:pt x="4654" y="0"/>
                    <a:pt x="42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63"/>
            <p:cNvSpPr/>
            <p:nvPr/>
          </p:nvSpPr>
          <p:spPr>
            <a:xfrm>
              <a:off x="1347233" y="2030974"/>
              <a:ext cx="425222" cy="299375"/>
            </a:xfrm>
            <a:custGeom>
              <a:avLst/>
              <a:gdLst/>
              <a:ahLst/>
              <a:cxnLst/>
              <a:rect l="l" t="t" r="r" b="b"/>
              <a:pathLst>
                <a:path w="24051" h="16933" extrusionOk="0">
                  <a:moveTo>
                    <a:pt x="17054" y="1"/>
                  </a:moveTo>
                  <a:cubicBezTo>
                    <a:pt x="14166" y="355"/>
                    <a:pt x="10319" y="367"/>
                    <a:pt x="9446" y="1759"/>
                  </a:cubicBezTo>
                  <a:cubicBezTo>
                    <a:pt x="8572" y="3151"/>
                    <a:pt x="0" y="15130"/>
                    <a:pt x="611" y="16621"/>
                  </a:cubicBezTo>
                  <a:cubicBezTo>
                    <a:pt x="700" y="16836"/>
                    <a:pt x="867" y="16932"/>
                    <a:pt x="1093" y="16932"/>
                  </a:cubicBezTo>
                  <a:cubicBezTo>
                    <a:pt x="2417" y="16932"/>
                    <a:pt x="5775" y="13642"/>
                    <a:pt x="7346" y="12072"/>
                  </a:cubicBezTo>
                  <a:cubicBezTo>
                    <a:pt x="9183" y="10233"/>
                    <a:pt x="15039" y="4073"/>
                    <a:pt x="19545" y="3701"/>
                  </a:cubicBezTo>
                  <a:cubicBezTo>
                    <a:pt x="24051" y="3329"/>
                    <a:pt x="17054" y="1"/>
                    <a:pt x="170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63"/>
            <p:cNvSpPr/>
            <p:nvPr/>
          </p:nvSpPr>
          <p:spPr>
            <a:xfrm>
              <a:off x="1306428" y="1825797"/>
              <a:ext cx="400275" cy="184756"/>
            </a:xfrm>
            <a:custGeom>
              <a:avLst/>
              <a:gdLst/>
              <a:ahLst/>
              <a:cxnLst/>
              <a:rect l="l" t="t" r="r" b="b"/>
              <a:pathLst>
                <a:path w="22640" h="10450" extrusionOk="0">
                  <a:moveTo>
                    <a:pt x="13567" y="1"/>
                  </a:moveTo>
                  <a:cubicBezTo>
                    <a:pt x="13353" y="1"/>
                    <a:pt x="13138" y="77"/>
                    <a:pt x="12969" y="232"/>
                  </a:cubicBezTo>
                  <a:cubicBezTo>
                    <a:pt x="12670" y="512"/>
                    <a:pt x="12608" y="965"/>
                    <a:pt x="12810" y="1306"/>
                  </a:cubicBezTo>
                  <a:lnTo>
                    <a:pt x="880" y="1306"/>
                  </a:lnTo>
                  <a:cubicBezTo>
                    <a:pt x="398" y="1306"/>
                    <a:pt x="0" y="1697"/>
                    <a:pt x="0" y="2179"/>
                  </a:cubicBezTo>
                  <a:cubicBezTo>
                    <a:pt x="0" y="2662"/>
                    <a:pt x="398" y="3053"/>
                    <a:pt x="880" y="3053"/>
                  </a:cubicBezTo>
                  <a:lnTo>
                    <a:pt x="14202" y="3053"/>
                  </a:lnTo>
                  <a:cubicBezTo>
                    <a:pt x="14262" y="3053"/>
                    <a:pt x="14324" y="3045"/>
                    <a:pt x="14385" y="3034"/>
                  </a:cubicBezTo>
                  <a:lnTo>
                    <a:pt x="21034" y="10171"/>
                  </a:lnTo>
                  <a:cubicBezTo>
                    <a:pt x="21203" y="10356"/>
                    <a:pt x="21436" y="10450"/>
                    <a:pt x="21671" y="10450"/>
                  </a:cubicBezTo>
                  <a:cubicBezTo>
                    <a:pt x="21885" y="10450"/>
                    <a:pt x="22101" y="10371"/>
                    <a:pt x="22267" y="10214"/>
                  </a:cubicBezTo>
                  <a:cubicBezTo>
                    <a:pt x="22622" y="9884"/>
                    <a:pt x="22640" y="9329"/>
                    <a:pt x="22310" y="8980"/>
                  </a:cubicBezTo>
                  <a:lnTo>
                    <a:pt x="14202" y="275"/>
                  </a:lnTo>
                  <a:cubicBezTo>
                    <a:pt x="14033" y="92"/>
                    <a:pt x="13801" y="1"/>
                    <a:pt x="135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63"/>
            <p:cNvSpPr/>
            <p:nvPr/>
          </p:nvSpPr>
          <p:spPr>
            <a:xfrm>
              <a:off x="1838914" y="1740173"/>
              <a:ext cx="1173492" cy="785646"/>
            </a:xfrm>
            <a:custGeom>
              <a:avLst/>
              <a:gdLst/>
              <a:ahLst/>
              <a:cxnLst/>
              <a:rect l="l" t="t" r="r" b="b"/>
              <a:pathLst>
                <a:path w="66374" h="44437" extrusionOk="0">
                  <a:moveTo>
                    <a:pt x="52349" y="1"/>
                  </a:moveTo>
                  <a:cubicBezTo>
                    <a:pt x="51599" y="300"/>
                    <a:pt x="50982" y="623"/>
                    <a:pt x="50982" y="623"/>
                  </a:cubicBezTo>
                  <a:cubicBezTo>
                    <a:pt x="48186" y="2021"/>
                    <a:pt x="46873" y="2895"/>
                    <a:pt x="47221" y="4385"/>
                  </a:cubicBezTo>
                  <a:cubicBezTo>
                    <a:pt x="47575" y="5868"/>
                    <a:pt x="49322" y="7705"/>
                    <a:pt x="48356" y="11027"/>
                  </a:cubicBezTo>
                  <a:cubicBezTo>
                    <a:pt x="47398" y="14349"/>
                    <a:pt x="43374" y="24674"/>
                    <a:pt x="43112" y="27121"/>
                  </a:cubicBezTo>
                  <a:cubicBezTo>
                    <a:pt x="42850" y="29569"/>
                    <a:pt x="43112" y="32367"/>
                    <a:pt x="41189" y="33069"/>
                  </a:cubicBezTo>
                  <a:cubicBezTo>
                    <a:pt x="40470" y="33329"/>
                    <a:pt x="39092" y="33443"/>
                    <a:pt x="37561" y="33443"/>
                  </a:cubicBezTo>
                  <a:cubicBezTo>
                    <a:pt x="34994" y="33443"/>
                    <a:pt x="31996" y="33122"/>
                    <a:pt x="30956" y="32629"/>
                  </a:cubicBezTo>
                  <a:cubicBezTo>
                    <a:pt x="29295" y="31841"/>
                    <a:pt x="26236" y="27121"/>
                    <a:pt x="25272" y="25723"/>
                  </a:cubicBezTo>
                  <a:cubicBezTo>
                    <a:pt x="24471" y="24551"/>
                    <a:pt x="24399" y="23992"/>
                    <a:pt x="24091" y="23992"/>
                  </a:cubicBezTo>
                  <a:cubicBezTo>
                    <a:pt x="24030" y="23992"/>
                    <a:pt x="23960" y="24014"/>
                    <a:pt x="23874" y="24057"/>
                  </a:cubicBezTo>
                  <a:cubicBezTo>
                    <a:pt x="23349" y="24319"/>
                    <a:pt x="18012" y="25370"/>
                    <a:pt x="13115" y="26157"/>
                  </a:cubicBezTo>
                  <a:cubicBezTo>
                    <a:pt x="8220" y="26945"/>
                    <a:pt x="1" y="27647"/>
                    <a:pt x="434" y="28343"/>
                  </a:cubicBezTo>
                  <a:cubicBezTo>
                    <a:pt x="874" y="29045"/>
                    <a:pt x="4109" y="33678"/>
                    <a:pt x="6907" y="34289"/>
                  </a:cubicBezTo>
                  <a:cubicBezTo>
                    <a:pt x="7388" y="34394"/>
                    <a:pt x="7823" y="34432"/>
                    <a:pt x="8217" y="34432"/>
                  </a:cubicBezTo>
                  <a:cubicBezTo>
                    <a:pt x="9220" y="34432"/>
                    <a:pt x="9958" y="34188"/>
                    <a:pt x="10527" y="34188"/>
                  </a:cubicBezTo>
                  <a:cubicBezTo>
                    <a:pt x="11036" y="34188"/>
                    <a:pt x="11410" y="34383"/>
                    <a:pt x="11717" y="35120"/>
                  </a:cubicBezTo>
                  <a:cubicBezTo>
                    <a:pt x="12176" y="36219"/>
                    <a:pt x="12517" y="38147"/>
                    <a:pt x="13092" y="39956"/>
                  </a:cubicBezTo>
                  <a:cubicBezTo>
                    <a:pt x="18294" y="41103"/>
                    <a:pt x="36738" y="43349"/>
                    <a:pt x="41629" y="43820"/>
                  </a:cubicBezTo>
                  <a:cubicBezTo>
                    <a:pt x="47051" y="44346"/>
                    <a:pt x="56666" y="44437"/>
                    <a:pt x="56666" y="44437"/>
                  </a:cubicBezTo>
                  <a:cubicBezTo>
                    <a:pt x="56666" y="44437"/>
                    <a:pt x="65849" y="14349"/>
                    <a:pt x="66112" y="12951"/>
                  </a:cubicBezTo>
                  <a:cubicBezTo>
                    <a:pt x="66374" y="11552"/>
                    <a:pt x="65323" y="9404"/>
                    <a:pt x="63316" y="7896"/>
                  </a:cubicBezTo>
                  <a:cubicBezTo>
                    <a:pt x="61770" y="6741"/>
                    <a:pt x="55286" y="2100"/>
                    <a:pt x="523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63"/>
            <p:cNvSpPr/>
            <p:nvPr/>
          </p:nvSpPr>
          <p:spPr>
            <a:xfrm>
              <a:off x="2070363" y="1731103"/>
              <a:ext cx="1126092" cy="916054"/>
            </a:xfrm>
            <a:custGeom>
              <a:avLst/>
              <a:gdLst/>
              <a:ahLst/>
              <a:cxnLst/>
              <a:rect l="l" t="t" r="r" b="b"/>
              <a:pathLst>
                <a:path w="63693" h="51813" extrusionOk="0">
                  <a:moveTo>
                    <a:pt x="41213" y="1"/>
                  </a:moveTo>
                  <a:cubicBezTo>
                    <a:pt x="40681" y="1"/>
                    <a:pt x="39918" y="245"/>
                    <a:pt x="39258" y="514"/>
                  </a:cubicBezTo>
                  <a:cubicBezTo>
                    <a:pt x="42195" y="2613"/>
                    <a:pt x="48679" y="7254"/>
                    <a:pt x="50225" y="8409"/>
                  </a:cubicBezTo>
                  <a:cubicBezTo>
                    <a:pt x="52232" y="9917"/>
                    <a:pt x="53283" y="12065"/>
                    <a:pt x="53021" y="13464"/>
                  </a:cubicBezTo>
                  <a:cubicBezTo>
                    <a:pt x="52758" y="14862"/>
                    <a:pt x="46286" y="24747"/>
                    <a:pt x="44539" y="26498"/>
                  </a:cubicBezTo>
                  <a:cubicBezTo>
                    <a:pt x="42788" y="28245"/>
                    <a:pt x="42702" y="29820"/>
                    <a:pt x="42788" y="31268"/>
                  </a:cubicBezTo>
                  <a:cubicBezTo>
                    <a:pt x="42879" y="32720"/>
                    <a:pt x="43575" y="44950"/>
                    <a:pt x="43575" y="44950"/>
                  </a:cubicBezTo>
                  <a:cubicBezTo>
                    <a:pt x="43575" y="44950"/>
                    <a:pt x="33960" y="44859"/>
                    <a:pt x="28538" y="44333"/>
                  </a:cubicBezTo>
                  <a:cubicBezTo>
                    <a:pt x="23647" y="43862"/>
                    <a:pt x="5203" y="41616"/>
                    <a:pt x="1" y="40469"/>
                  </a:cubicBezTo>
                  <a:lnTo>
                    <a:pt x="1" y="40469"/>
                  </a:lnTo>
                  <a:cubicBezTo>
                    <a:pt x="404" y="41751"/>
                    <a:pt x="928" y="42977"/>
                    <a:pt x="1686" y="43814"/>
                  </a:cubicBezTo>
                  <a:cubicBezTo>
                    <a:pt x="3523" y="45823"/>
                    <a:pt x="5361" y="49321"/>
                    <a:pt x="5972" y="50194"/>
                  </a:cubicBezTo>
                  <a:cubicBezTo>
                    <a:pt x="6512" y="50968"/>
                    <a:pt x="34662" y="51813"/>
                    <a:pt x="41734" y="51813"/>
                  </a:cubicBezTo>
                  <a:cubicBezTo>
                    <a:pt x="42643" y="51813"/>
                    <a:pt x="43204" y="51799"/>
                    <a:pt x="43313" y="51769"/>
                  </a:cubicBezTo>
                  <a:cubicBezTo>
                    <a:pt x="44277" y="51507"/>
                    <a:pt x="45235" y="49498"/>
                    <a:pt x="45675" y="48185"/>
                  </a:cubicBezTo>
                  <a:cubicBezTo>
                    <a:pt x="46114" y="46873"/>
                    <a:pt x="51439" y="35743"/>
                    <a:pt x="53368" y="33404"/>
                  </a:cubicBezTo>
                  <a:cubicBezTo>
                    <a:pt x="55304" y="31066"/>
                    <a:pt x="59053" y="26322"/>
                    <a:pt x="58882" y="25094"/>
                  </a:cubicBezTo>
                  <a:cubicBezTo>
                    <a:pt x="58705" y="23874"/>
                    <a:pt x="57129" y="22561"/>
                    <a:pt x="57918" y="21859"/>
                  </a:cubicBezTo>
                  <a:cubicBezTo>
                    <a:pt x="58079" y="21716"/>
                    <a:pt x="58384" y="21671"/>
                    <a:pt x="58771" y="21671"/>
                  </a:cubicBezTo>
                  <a:cubicBezTo>
                    <a:pt x="59440" y="21671"/>
                    <a:pt x="60353" y="21806"/>
                    <a:pt x="61186" y="21806"/>
                  </a:cubicBezTo>
                  <a:cubicBezTo>
                    <a:pt x="62221" y="21806"/>
                    <a:pt x="63133" y="21598"/>
                    <a:pt x="63303" y="20662"/>
                  </a:cubicBezTo>
                  <a:cubicBezTo>
                    <a:pt x="63692" y="18537"/>
                    <a:pt x="59406" y="11540"/>
                    <a:pt x="52936" y="6118"/>
                  </a:cubicBezTo>
                  <a:cubicBezTo>
                    <a:pt x="46463" y="697"/>
                    <a:pt x="42354" y="1"/>
                    <a:pt x="412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63"/>
            <p:cNvSpPr/>
            <p:nvPr/>
          </p:nvSpPr>
          <p:spPr>
            <a:xfrm>
              <a:off x="1606422" y="1828467"/>
              <a:ext cx="793726" cy="350046"/>
            </a:xfrm>
            <a:custGeom>
              <a:avLst/>
              <a:gdLst/>
              <a:ahLst/>
              <a:cxnLst/>
              <a:rect l="l" t="t" r="r" b="b"/>
              <a:pathLst>
                <a:path w="44894" h="19799" extrusionOk="0">
                  <a:moveTo>
                    <a:pt x="1611" y="0"/>
                  </a:moveTo>
                  <a:cubicBezTo>
                    <a:pt x="270" y="0"/>
                    <a:pt x="0" y="419"/>
                    <a:pt x="555" y="1839"/>
                  </a:cubicBezTo>
                  <a:cubicBezTo>
                    <a:pt x="1343" y="3847"/>
                    <a:pt x="2307" y="5686"/>
                    <a:pt x="4841" y="6473"/>
                  </a:cubicBezTo>
                  <a:cubicBezTo>
                    <a:pt x="7376" y="7261"/>
                    <a:pt x="19623" y="9532"/>
                    <a:pt x="22419" y="10759"/>
                  </a:cubicBezTo>
                  <a:cubicBezTo>
                    <a:pt x="25216" y="11979"/>
                    <a:pt x="29678" y="14520"/>
                    <a:pt x="30814" y="16877"/>
                  </a:cubicBezTo>
                  <a:cubicBezTo>
                    <a:pt x="31949" y="19240"/>
                    <a:pt x="32140" y="19562"/>
                    <a:pt x="34135" y="19746"/>
                  </a:cubicBezTo>
                  <a:cubicBezTo>
                    <a:pt x="34483" y="19779"/>
                    <a:pt x="34994" y="19799"/>
                    <a:pt x="35603" y="19799"/>
                  </a:cubicBezTo>
                  <a:cubicBezTo>
                    <a:pt x="38489" y="19799"/>
                    <a:pt x="43587" y="19359"/>
                    <a:pt x="44021" y="17841"/>
                  </a:cubicBezTo>
                  <a:cubicBezTo>
                    <a:pt x="44545" y="16003"/>
                    <a:pt x="44894" y="13732"/>
                    <a:pt x="43056" y="9899"/>
                  </a:cubicBezTo>
                  <a:cubicBezTo>
                    <a:pt x="41676" y="7016"/>
                    <a:pt x="40785" y="4898"/>
                    <a:pt x="37811" y="4550"/>
                  </a:cubicBezTo>
                  <a:cubicBezTo>
                    <a:pt x="34837" y="4196"/>
                    <a:pt x="3877" y="178"/>
                    <a:pt x="3877" y="178"/>
                  </a:cubicBezTo>
                  <a:cubicBezTo>
                    <a:pt x="2922" y="74"/>
                    <a:pt x="2173" y="0"/>
                    <a:pt x="16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63"/>
            <p:cNvSpPr/>
            <p:nvPr/>
          </p:nvSpPr>
          <p:spPr>
            <a:xfrm>
              <a:off x="2919993" y="2283904"/>
              <a:ext cx="539205" cy="539205"/>
            </a:xfrm>
            <a:custGeom>
              <a:avLst/>
              <a:gdLst/>
              <a:ahLst/>
              <a:cxnLst/>
              <a:rect l="l" t="t" r="r" b="b"/>
              <a:pathLst>
                <a:path w="30498" h="30498" extrusionOk="0">
                  <a:moveTo>
                    <a:pt x="15247" y="4792"/>
                  </a:moveTo>
                  <a:cubicBezTo>
                    <a:pt x="21022" y="4792"/>
                    <a:pt x="25705" y="9476"/>
                    <a:pt x="25705" y="15252"/>
                  </a:cubicBezTo>
                  <a:cubicBezTo>
                    <a:pt x="25705" y="21028"/>
                    <a:pt x="21022" y="25704"/>
                    <a:pt x="15247" y="25704"/>
                  </a:cubicBezTo>
                  <a:cubicBezTo>
                    <a:pt x="9470" y="25704"/>
                    <a:pt x="4787" y="21028"/>
                    <a:pt x="4787" y="15252"/>
                  </a:cubicBezTo>
                  <a:cubicBezTo>
                    <a:pt x="4787" y="9476"/>
                    <a:pt x="9470" y="4792"/>
                    <a:pt x="15247" y="4792"/>
                  </a:cubicBezTo>
                  <a:close/>
                  <a:moveTo>
                    <a:pt x="15247" y="1"/>
                  </a:moveTo>
                  <a:cubicBezTo>
                    <a:pt x="6827" y="1"/>
                    <a:pt x="0" y="6826"/>
                    <a:pt x="0" y="15252"/>
                  </a:cubicBezTo>
                  <a:cubicBezTo>
                    <a:pt x="0" y="23672"/>
                    <a:pt x="6827" y="30497"/>
                    <a:pt x="15247" y="30497"/>
                  </a:cubicBezTo>
                  <a:cubicBezTo>
                    <a:pt x="23672" y="30497"/>
                    <a:pt x="30498" y="23672"/>
                    <a:pt x="30498" y="15252"/>
                  </a:cubicBezTo>
                  <a:cubicBezTo>
                    <a:pt x="30498" y="6826"/>
                    <a:pt x="23672" y="1"/>
                    <a:pt x="152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63"/>
            <p:cNvSpPr/>
            <p:nvPr/>
          </p:nvSpPr>
          <p:spPr>
            <a:xfrm>
              <a:off x="2978408" y="2361059"/>
              <a:ext cx="422393" cy="384894"/>
            </a:xfrm>
            <a:custGeom>
              <a:avLst/>
              <a:gdLst/>
              <a:ahLst/>
              <a:cxnLst/>
              <a:rect l="l" t="t" r="r" b="b"/>
              <a:pathLst>
                <a:path w="23891" h="21770" extrusionOk="0">
                  <a:moveTo>
                    <a:pt x="11947" y="872"/>
                  </a:moveTo>
                  <a:cubicBezTo>
                    <a:pt x="14154" y="872"/>
                    <a:pt x="16361" y="1597"/>
                    <a:pt x="18182" y="3048"/>
                  </a:cubicBezTo>
                  <a:cubicBezTo>
                    <a:pt x="18167" y="3048"/>
                    <a:pt x="18151" y="3048"/>
                    <a:pt x="18136" y="3048"/>
                  </a:cubicBezTo>
                  <a:cubicBezTo>
                    <a:pt x="17706" y="3048"/>
                    <a:pt x="17272" y="3206"/>
                    <a:pt x="16948" y="3530"/>
                  </a:cubicBezTo>
                  <a:lnTo>
                    <a:pt x="12388" y="8092"/>
                  </a:lnTo>
                  <a:lnTo>
                    <a:pt x="9458" y="2347"/>
                  </a:lnTo>
                  <a:cubicBezTo>
                    <a:pt x="9244" y="1919"/>
                    <a:pt x="8866" y="1626"/>
                    <a:pt x="8438" y="1504"/>
                  </a:cubicBezTo>
                  <a:cubicBezTo>
                    <a:pt x="9567" y="1082"/>
                    <a:pt x="10757" y="872"/>
                    <a:pt x="11947" y="872"/>
                  </a:cubicBezTo>
                  <a:close/>
                  <a:moveTo>
                    <a:pt x="6417" y="2530"/>
                  </a:moveTo>
                  <a:cubicBezTo>
                    <a:pt x="6265" y="2950"/>
                    <a:pt x="6276" y="3426"/>
                    <a:pt x="6496" y="3854"/>
                  </a:cubicBezTo>
                  <a:lnTo>
                    <a:pt x="9421" y="9600"/>
                  </a:lnTo>
                  <a:lnTo>
                    <a:pt x="3053" y="10607"/>
                  </a:lnTo>
                  <a:cubicBezTo>
                    <a:pt x="2582" y="10686"/>
                    <a:pt x="2185" y="10955"/>
                    <a:pt x="1942" y="11322"/>
                  </a:cubicBezTo>
                  <a:cubicBezTo>
                    <a:pt x="1819" y="8617"/>
                    <a:pt x="2796" y="5869"/>
                    <a:pt x="4859" y="3806"/>
                  </a:cubicBezTo>
                  <a:cubicBezTo>
                    <a:pt x="5349" y="3317"/>
                    <a:pt x="5867" y="2896"/>
                    <a:pt x="6417" y="2530"/>
                  </a:cubicBezTo>
                  <a:close/>
                  <a:moveTo>
                    <a:pt x="19782" y="4649"/>
                  </a:moveTo>
                  <a:cubicBezTo>
                    <a:pt x="22017" y="7450"/>
                    <a:pt x="22530" y="11169"/>
                    <a:pt x="21327" y="14393"/>
                  </a:cubicBezTo>
                  <a:cubicBezTo>
                    <a:pt x="21204" y="13965"/>
                    <a:pt x="20910" y="13587"/>
                    <a:pt x="20484" y="13373"/>
                  </a:cubicBezTo>
                  <a:lnTo>
                    <a:pt x="14739" y="10442"/>
                  </a:lnTo>
                  <a:lnTo>
                    <a:pt x="19299" y="5881"/>
                  </a:lnTo>
                  <a:cubicBezTo>
                    <a:pt x="19636" y="5545"/>
                    <a:pt x="19794" y="5094"/>
                    <a:pt x="19782" y="4649"/>
                  </a:cubicBezTo>
                  <a:close/>
                  <a:moveTo>
                    <a:pt x="9945" y="12884"/>
                  </a:moveTo>
                  <a:lnTo>
                    <a:pt x="8931" y="19252"/>
                  </a:lnTo>
                  <a:cubicBezTo>
                    <a:pt x="8858" y="19728"/>
                    <a:pt x="8993" y="20187"/>
                    <a:pt x="9268" y="20534"/>
                  </a:cubicBezTo>
                  <a:cubicBezTo>
                    <a:pt x="7657" y="20089"/>
                    <a:pt x="6130" y="19234"/>
                    <a:pt x="4859" y="17970"/>
                  </a:cubicBezTo>
                  <a:cubicBezTo>
                    <a:pt x="3596" y="16701"/>
                    <a:pt x="2740" y="15174"/>
                    <a:pt x="2295" y="13562"/>
                  </a:cubicBezTo>
                  <a:lnTo>
                    <a:pt x="2295" y="13562"/>
                  </a:lnTo>
                  <a:cubicBezTo>
                    <a:pt x="2580" y="13786"/>
                    <a:pt x="2939" y="13917"/>
                    <a:pt x="3320" y="13917"/>
                  </a:cubicBezTo>
                  <a:cubicBezTo>
                    <a:pt x="3405" y="13917"/>
                    <a:pt x="3491" y="13911"/>
                    <a:pt x="3577" y="13898"/>
                  </a:cubicBezTo>
                  <a:lnTo>
                    <a:pt x="9945" y="12884"/>
                  </a:lnTo>
                  <a:close/>
                  <a:moveTo>
                    <a:pt x="13231" y="13410"/>
                  </a:moveTo>
                  <a:lnTo>
                    <a:pt x="18976" y="16334"/>
                  </a:lnTo>
                  <a:cubicBezTo>
                    <a:pt x="19214" y="16457"/>
                    <a:pt x="19466" y="16515"/>
                    <a:pt x="19717" y="16515"/>
                  </a:cubicBezTo>
                  <a:cubicBezTo>
                    <a:pt x="19916" y="16515"/>
                    <a:pt x="20114" y="16478"/>
                    <a:pt x="20301" y="16408"/>
                  </a:cubicBezTo>
                  <a:lnTo>
                    <a:pt x="20301" y="16408"/>
                  </a:lnTo>
                  <a:cubicBezTo>
                    <a:pt x="19935" y="16963"/>
                    <a:pt x="19513" y="17482"/>
                    <a:pt x="19025" y="17970"/>
                  </a:cubicBezTo>
                  <a:cubicBezTo>
                    <a:pt x="17076" y="19920"/>
                    <a:pt x="14516" y="20899"/>
                    <a:pt x="11959" y="20899"/>
                  </a:cubicBezTo>
                  <a:cubicBezTo>
                    <a:pt x="11809" y="20899"/>
                    <a:pt x="11659" y="20895"/>
                    <a:pt x="11509" y="20889"/>
                  </a:cubicBezTo>
                  <a:cubicBezTo>
                    <a:pt x="11875" y="20638"/>
                    <a:pt x="12143" y="20247"/>
                    <a:pt x="12223" y="19778"/>
                  </a:cubicBezTo>
                  <a:lnTo>
                    <a:pt x="13231" y="13410"/>
                  </a:lnTo>
                  <a:close/>
                  <a:moveTo>
                    <a:pt x="11945" y="1"/>
                  </a:moveTo>
                  <a:cubicBezTo>
                    <a:pt x="9156" y="1"/>
                    <a:pt x="6367" y="1061"/>
                    <a:pt x="4242" y="3183"/>
                  </a:cubicBezTo>
                  <a:cubicBezTo>
                    <a:pt x="0" y="7433"/>
                    <a:pt x="0" y="14337"/>
                    <a:pt x="4242" y="18587"/>
                  </a:cubicBezTo>
                  <a:cubicBezTo>
                    <a:pt x="6367" y="20708"/>
                    <a:pt x="9156" y="21769"/>
                    <a:pt x="11945" y="21769"/>
                  </a:cubicBezTo>
                  <a:cubicBezTo>
                    <a:pt x="14734" y="21769"/>
                    <a:pt x="17523" y="20708"/>
                    <a:pt x="19647" y="18587"/>
                  </a:cubicBezTo>
                  <a:cubicBezTo>
                    <a:pt x="23891" y="14337"/>
                    <a:pt x="23891" y="7433"/>
                    <a:pt x="19647" y="3183"/>
                  </a:cubicBezTo>
                  <a:cubicBezTo>
                    <a:pt x="17523" y="1061"/>
                    <a:pt x="14734" y="1"/>
                    <a:pt x="119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63"/>
            <p:cNvSpPr/>
            <p:nvPr/>
          </p:nvSpPr>
          <p:spPr>
            <a:xfrm>
              <a:off x="1397003" y="2283904"/>
              <a:ext cx="539187" cy="539205"/>
            </a:xfrm>
            <a:custGeom>
              <a:avLst/>
              <a:gdLst/>
              <a:ahLst/>
              <a:cxnLst/>
              <a:rect l="l" t="t" r="r" b="b"/>
              <a:pathLst>
                <a:path w="30497" h="30498" extrusionOk="0">
                  <a:moveTo>
                    <a:pt x="15251" y="4792"/>
                  </a:moveTo>
                  <a:cubicBezTo>
                    <a:pt x="21028" y="4792"/>
                    <a:pt x="25711" y="9476"/>
                    <a:pt x="25711" y="15252"/>
                  </a:cubicBezTo>
                  <a:cubicBezTo>
                    <a:pt x="25711" y="21028"/>
                    <a:pt x="21028" y="25704"/>
                    <a:pt x="15251" y="25704"/>
                  </a:cubicBezTo>
                  <a:cubicBezTo>
                    <a:pt x="9476" y="25704"/>
                    <a:pt x="4793" y="21028"/>
                    <a:pt x="4793" y="15252"/>
                  </a:cubicBezTo>
                  <a:cubicBezTo>
                    <a:pt x="4793" y="9476"/>
                    <a:pt x="9476" y="4792"/>
                    <a:pt x="15251" y="4792"/>
                  </a:cubicBezTo>
                  <a:close/>
                  <a:moveTo>
                    <a:pt x="15251" y="1"/>
                  </a:moveTo>
                  <a:cubicBezTo>
                    <a:pt x="6832" y="1"/>
                    <a:pt x="0" y="6826"/>
                    <a:pt x="0" y="15252"/>
                  </a:cubicBezTo>
                  <a:cubicBezTo>
                    <a:pt x="0" y="23672"/>
                    <a:pt x="6832" y="30497"/>
                    <a:pt x="15251" y="30497"/>
                  </a:cubicBezTo>
                  <a:cubicBezTo>
                    <a:pt x="23671" y="30497"/>
                    <a:pt x="30496" y="23672"/>
                    <a:pt x="30496" y="15252"/>
                  </a:cubicBezTo>
                  <a:cubicBezTo>
                    <a:pt x="30496" y="6826"/>
                    <a:pt x="23671" y="1"/>
                    <a:pt x="152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63"/>
            <p:cNvSpPr/>
            <p:nvPr/>
          </p:nvSpPr>
          <p:spPr>
            <a:xfrm>
              <a:off x="1455400" y="2361059"/>
              <a:ext cx="422499" cy="384894"/>
            </a:xfrm>
            <a:custGeom>
              <a:avLst/>
              <a:gdLst/>
              <a:ahLst/>
              <a:cxnLst/>
              <a:rect l="l" t="t" r="r" b="b"/>
              <a:pathLst>
                <a:path w="23897" h="21770" extrusionOk="0">
                  <a:moveTo>
                    <a:pt x="11947" y="872"/>
                  </a:moveTo>
                  <a:cubicBezTo>
                    <a:pt x="14154" y="872"/>
                    <a:pt x="16362" y="1597"/>
                    <a:pt x="18182" y="3048"/>
                  </a:cubicBezTo>
                  <a:cubicBezTo>
                    <a:pt x="18166" y="3048"/>
                    <a:pt x="18151" y="3048"/>
                    <a:pt x="18136" y="3048"/>
                  </a:cubicBezTo>
                  <a:cubicBezTo>
                    <a:pt x="17705" y="3048"/>
                    <a:pt x="17273" y="3206"/>
                    <a:pt x="16949" y="3530"/>
                  </a:cubicBezTo>
                  <a:lnTo>
                    <a:pt x="12388" y="8092"/>
                  </a:lnTo>
                  <a:lnTo>
                    <a:pt x="9463" y="2347"/>
                  </a:lnTo>
                  <a:cubicBezTo>
                    <a:pt x="9243" y="1919"/>
                    <a:pt x="8865" y="1626"/>
                    <a:pt x="8437" y="1504"/>
                  </a:cubicBezTo>
                  <a:cubicBezTo>
                    <a:pt x="9567" y="1082"/>
                    <a:pt x="10757" y="872"/>
                    <a:pt x="11947" y="872"/>
                  </a:cubicBezTo>
                  <a:close/>
                  <a:moveTo>
                    <a:pt x="6423" y="2530"/>
                  </a:moveTo>
                  <a:lnTo>
                    <a:pt x="6423" y="2530"/>
                  </a:lnTo>
                  <a:cubicBezTo>
                    <a:pt x="6270" y="2950"/>
                    <a:pt x="6283" y="3426"/>
                    <a:pt x="6496" y="3854"/>
                  </a:cubicBezTo>
                  <a:lnTo>
                    <a:pt x="9426" y="9600"/>
                  </a:lnTo>
                  <a:lnTo>
                    <a:pt x="3060" y="10607"/>
                  </a:lnTo>
                  <a:cubicBezTo>
                    <a:pt x="2583" y="10686"/>
                    <a:pt x="2192" y="10955"/>
                    <a:pt x="1942" y="11322"/>
                  </a:cubicBezTo>
                  <a:cubicBezTo>
                    <a:pt x="1826" y="8617"/>
                    <a:pt x="2796" y="5869"/>
                    <a:pt x="4866" y="3806"/>
                  </a:cubicBezTo>
                  <a:cubicBezTo>
                    <a:pt x="5348" y="3317"/>
                    <a:pt x="5873" y="2896"/>
                    <a:pt x="6423" y="2530"/>
                  </a:cubicBezTo>
                  <a:close/>
                  <a:moveTo>
                    <a:pt x="19782" y="4649"/>
                  </a:moveTo>
                  <a:cubicBezTo>
                    <a:pt x="22016" y="7450"/>
                    <a:pt x="22529" y="11169"/>
                    <a:pt x="21326" y="14393"/>
                  </a:cubicBezTo>
                  <a:cubicBezTo>
                    <a:pt x="21205" y="13965"/>
                    <a:pt x="20912" y="13587"/>
                    <a:pt x="20490" y="13373"/>
                  </a:cubicBezTo>
                  <a:lnTo>
                    <a:pt x="14746" y="10442"/>
                  </a:lnTo>
                  <a:lnTo>
                    <a:pt x="19300" y="5881"/>
                  </a:lnTo>
                  <a:cubicBezTo>
                    <a:pt x="19641" y="5545"/>
                    <a:pt x="19801" y="5094"/>
                    <a:pt x="19782" y="4649"/>
                  </a:cubicBezTo>
                  <a:close/>
                  <a:moveTo>
                    <a:pt x="9947" y="12884"/>
                  </a:moveTo>
                  <a:lnTo>
                    <a:pt x="8938" y="19252"/>
                  </a:lnTo>
                  <a:cubicBezTo>
                    <a:pt x="8865" y="19728"/>
                    <a:pt x="9000" y="20187"/>
                    <a:pt x="9274" y="20534"/>
                  </a:cubicBezTo>
                  <a:cubicBezTo>
                    <a:pt x="7656" y="20089"/>
                    <a:pt x="6137" y="19234"/>
                    <a:pt x="4866" y="17970"/>
                  </a:cubicBezTo>
                  <a:cubicBezTo>
                    <a:pt x="3596" y="16701"/>
                    <a:pt x="2742" y="15174"/>
                    <a:pt x="2296" y="13562"/>
                  </a:cubicBezTo>
                  <a:lnTo>
                    <a:pt x="2296" y="13562"/>
                  </a:lnTo>
                  <a:cubicBezTo>
                    <a:pt x="2585" y="13786"/>
                    <a:pt x="2945" y="13917"/>
                    <a:pt x="3324" y="13917"/>
                  </a:cubicBezTo>
                  <a:cubicBezTo>
                    <a:pt x="3408" y="13917"/>
                    <a:pt x="3493" y="13911"/>
                    <a:pt x="3578" y="13898"/>
                  </a:cubicBezTo>
                  <a:lnTo>
                    <a:pt x="9947" y="12884"/>
                  </a:lnTo>
                  <a:close/>
                  <a:moveTo>
                    <a:pt x="13230" y="13410"/>
                  </a:moveTo>
                  <a:lnTo>
                    <a:pt x="18976" y="16334"/>
                  </a:lnTo>
                  <a:cubicBezTo>
                    <a:pt x="19214" y="16457"/>
                    <a:pt x="19469" y="16515"/>
                    <a:pt x="19720" y="16515"/>
                  </a:cubicBezTo>
                  <a:cubicBezTo>
                    <a:pt x="19920" y="16515"/>
                    <a:pt x="20117" y="16478"/>
                    <a:pt x="20301" y="16408"/>
                  </a:cubicBezTo>
                  <a:lnTo>
                    <a:pt x="20301" y="16408"/>
                  </a:lnTo>
                  <a:cubicBezTo>
                    <a:pt x="19940" y="16963"/>
                    <a:pt x="19514" y="17482"/>
                    <a:pt x="19032" y="17970"/>
                  </a:cubicBezTo>
                  <a:cubicBezTo>
                    <a:pt x="17076" y="19920"/>
                    <a:pt x="14516" y="20899"/>
                    <a:pt x="11959" y="20899"/>
                  </a:cubicBezTo>
                  <a:cubicBezTo>
                    <a:pt x="11809" y="20899"/>
                    <a:pt x="11659" y="20895"/>
                    <a:pt x="11509" y="20889"/>
                  </a:cubicBezTo>
                  <a:cubicBezTo>
                    <a:pt x="11881" y="20638"/>
                    <a:pt x="12150" y="20247"/>
                    <a:pt x="12224" y="19778"/>
                  </a:cubicBezTo>
                  <a:lnTo>
                    <a:pt x="13230" y="13410"/>
                  </a:lnTo>
                  <a:close/>
                  <a:moveTo>
                    <a:pt x="11949" y="1"/>
                  </a:moveTo>
                  <a:cubicBezTo>
                    <a:pt x="9160" y="1"/>
                    <a:pt x="6371" y="1061"/>
                    <a:pt x="4249" y="3183"/>
                  </a:cubicBezTo>
                  <a:cubicBezTo>
                    <a:pt x="0" y="7433"/>
                    <a:pt x="0" y="14337"/>
                    <a:pt x="4249" y="18587"/>
                  </a:cubicBezTo>
                  <a:cubicBezTo>
                    <a:pt x="6371" y="20708"/>
                    <a:pt x="9160" y="21769"/>
                    <a:pt x="11949" y="21769"/>
                  </a:cubicBezTo>
                  <a:cubicBezTo>
                    <a:pt x="14737" y="21769"/>
                    <a:pt x="17526" y="20708"/>
                    <a:pt x="19647" y="18587"/>
                  </a:cubicBezTo>
                  <a:cubicBezTo>
                    <a:pt x="23896" y="14337"/>
                    <a:pt x="23896" y="7433"/>
                    <a:pt x="19647" y="3183"/>
                  </a:cubicBezTo>
                  <a:cubicBezTo>
                    <a:pt x="17526" y="1061"/>
                    <a:pt x="14737" y="1"/>
                    <a:pt x="119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63"/>
            <p:cNvSpPr/>
            <p:nvPr/>
          </p:nvSpPr>
          <p:spPr>
            <a:xfrm>
              <a:off x="2899378" y="2253300"/>
              <a:ext cx="453510" cy="358055"/>
            </a:xfrm>
            <a:custGeom>
              <a:avLst/>
              <a:gdLst/>
              <a:ahLst/>
              <a:cxnLst/>
              <a:rect l="l" t="t" r="r" b="b"/>
              <a:pathLst>
                <a:path w="25651" h="20252" extrusionOk="0">
                  <a:moveTo>
                    <a:pt x="14971" y="0"/>
                  </a:moveTo>
                  <a:cubicBezTo>
                    <a:pt x="13516" y="0"/>
                    <a:pt x="11979" y="209"/>
                    <a:pt x="10417" y="718"/>
                  </a:cubicBezTo>
                  <a:cubicBezTo>
                    <a:pt x="4390" y="2684"/>
                    <a:pt x="1148" y="7806"/>
                    <a:pt x="447" y="9815"/>
                  </a:cubicBezTo>
                  <a:cubicBezTo>
                    <a:pt x="0" y="11092"/>
                    <a:pt x="499" y="11895"/>
                    <a:pt x="1805" y="11895"/>
                  </a:cubicBezTo>
                  <a:cubicBezTo>
                    <a:pt x="2553" y="11895"/>
                    <a:pt x="3566" y="11632"/>
                    <a:pt x="4818" y="11042"/>
                  </a:cubicBezTo>
                  <a:cubicBezTo>
                    <a:pt x="7968" y="9552"/>
                    <a:pt x="9019" y="7630"/>
                    <a:pt x="9019" y="7630"/>
                  </a:cubicBezTo>
                  <a:cubicBezTo>
                    <a:pt x="9019" y="7630"/>
                    <a:pt x="14092" y="19962"/>
                    <a:pt x="15490" y="20224"/>
                  </a:cubicBezTo>
                  <a:cubicBezTo>
                    <a:pt x="15590" y="20243"/>
                    <a:pt x="15692" y="20252"/>
                    <a:pt x="15794" y="20252"/>
                  </a:cubicBezTo>
                  <a:cubicBezTo>
                    <a:pt x="17114" y="20252"/>
                    <a:pt x="18480" y="18762"/>
                    <a:pt x="17585" y="16983"/>
                  </a:cubicBezTo>
                  <a:cubicBezTo>
                    <a:pt x="16625" y="15059"/>
                    <a:pt x="18634" y="15236"/>
                    <a:pt x="18726" y="14363"/>
                  </a:cubicBezTo>
                  <a:cubicBezTo>
                    <a:pt x="18811" y="13491"/>
                    <a:pt x="17236" y="4919"/>
                    <a:pt x="17236" y="4919"/>
                  </a:cubicBezTo>
                  <a:lnTo>
                    <a:pt x="17236" y="4919"/>
                  </a:lnTo>
                  <a:cubicBezTo>
                    <a:pt x="17236" y="4919"/>
                    <a:pt x="18163" y="4952"/>
                    <a:pt x="19379" y="4952"/>
                  </a:cubicBezTo>
                  <a:cubicBezTo>
                    <a:pt x="21493" y="4952"/>
                    <a:pt x="24481" y="4852"/>
                    <a:pt x="24997" y="4302"/>
                  </a:cubicBezTo>
                  <a:cubicBezTo>
                    <a:pt x="25651" y="3598"/>
                    <a:pt x="21009" y="0"/>
                    <a:pt x="149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63"/>
            <p:cNvSpPr/>
            <p:nvPr/>
          </p:nvSpPr>
          <p:spPr>
            <a:xfrm>
              <a:off x="1512170" y="2241171"/>
              <a:ext cx="450663" cy="297077"/>
            </a:xfrm>
            <a:custGeom>
              <a:avLst/>
              <a:gdLst/>
              <a:ahLst/>
              <a:cxnLst/>
              <a:rect l="l" t="t" r="r" b="b"/>
              <a:pathLst>
                <a:path w="25490" h="16803" extrusionOk="0">
                  <a:moveTo>
                    <a:pt x="7710" y="0"/>
                  </a:moveTo>
                  <a:cubicBezTo>
                    <a:pt x="3167" y="0"/>
                    <a:pt x="497" y="1789"/>
                    <a:pt x="1" y="2106"/>
                  </a:cubicBezTo>
                  <a:cubicBezTo>
                    <a:pt x="1" y="2106"/>
                    <a:pt x="813" y="3388"/>
                    <a:pt x="1490" y="3737"/>
                  </a:cubicBezTo>
                  <a:cubicBezTo>
                    <a:pt x="2032" y="4022"/>
                    <a:pt x="2590" y="4605"/>
                    <a:pt x="4235" y="4605"/>
                  </a:cubicBezTo>
                  <a:cubicBezTo>
                    <a:pt x="4629" y="4605"/>
                    <a:pt x="5085" y="4572"/>
                    <a:pt x="5618" y="4493"/>
                  </a:cubicBezTo>
                  <a:cubicBezTo>
                    <a:pt x="6035" y="4432"/>
                    <a:pt x="6505" y="4397"/>
                    <a:pt x="7018" y="4397"/>
                  </a:cubicBezTo>
                  <a:cubicBezTo>
                    <a:pt x="9896" y="4397"/>
                    <a:pt x="14107" y="5481"/>
                    <a:pt x="17726" y="9041"/>
                  </a:cubicBezTo>
                  <a:cubicBezTo>
                    <a:pt x="21981" y="13242"/>
                    <a:pt x="21480" y="14806"/>
                    <a:pt x="21804" y="16100"/>
                  </a:cubicBezTo>
                  <a:cubicBezTo>
                    <a:pt x="21927" y="16589"/>
                    <a:pt x="22601" y="16803"/>
                    <a:pt x="23338" y="16803"/>
                  </a:cubicBezTo>
                  <a:cubicBezTo>
                    <a:pt x="24355" y="16803"/>
                    <a:pt x="25490" y="16396"/>
                    <a:pt x="25455" y="15752"/>
                  </a:cubicBezTo>
                  <a:cubicBezTo>
                    <a:pt x="25399" y="14634"/>
                    <a:pt x="25241" y="13065"/>
                    <a:pt x="23982" y="9920"/>
                  </a:cubicBezTo>
                  <a:cubicBezTo>
                    <a:pt x="22725" y="6770"/>
                    <a:pt x="19355" y="2221"/>
                    <a:pt x="12127" y="530"/>
                  </a:cubicBezTo>
                  <a:cubicBezTo>
                    <a:pt x="10502" y="150"/>
                    <a:pt x="9027" y="0"/>
                    <a:pt x="77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63"/>
            <p:cNvSpPr/>
            <p:nvPr/>
          </p:nvSpPr>
          <p:spPr>
            <a:xfrm>
              <a:off x="2601665" y="1537136"/>
              <a:ext cx="257686" cy="231360"/>
            </a:xfrm>
            <a:custGeom>
              <a:avLst/>
              <a:gdLst/>
              <a:ahLst/>
              <a:cxnLst/>
              <a:rect l="l" t="t" r="r" b="b"/>
              <a:pathLst>
                <a:path w="14575" h="13086" extrusionOk="0">
                  <a:moveTo>
                    <a:pt x="6533" y="1"/>
                  </a:moveTo>
                  <a:cubicBezTo>
                    <a:pt x="6217" y="37"/>
                    <a:pt x="5887" y="98"/>
                    <a:pt x="5538" y="184"/>
                  </a:cubicBezTo>
                  <a:cubicBezTo>
                    <a:pt x="3859" y="599"/>
                    <a:pt x="697" y="4091"/>
                    <a:pt x="348" y="5025"/>
                  </a:cubicBezTo>
                  <a:cubicBezTo>
                    <a:pt x="1" y="5953"/>
                    <a:pt x="2503" y="12485"/>
                    <a:pt x="3616" y="13011"/>
                  </a:cubicBezTo>
                  <a:cubicBezTo>
                    <a:pt x="3723" y="13062"/>
                    <a:pt x="3847" y="13086"/>
                    <a:pt x="3987" y="13086"/>
                  </a:cubicBezTo>
                  <a:cubicBezTo>
                    <a:pt x="4635" y="13086"/>
                    <a:pt x="5599" y="12585"/>
                    <a:pt x="6564" y="12028"/>
                  </a:cubicBezTo>
                  <a:cubicBezTo>
                    <a:pt x="6301" y="11118"/>
                    <a:pt x="14575" y="5990"/>
                    <a:pt x="11777" y="2455"/>
                  </a:cubicBezTo>
                  <a:cubicBezTo>
                    <a:pt x="11089" y="1588"/>
                    <a:pt x="8243" y="531"/>
                    <a:pt x="65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63"/>
            <p:cNvSpPr/>
            <p:nvPr/>
          </p:nvSpPr>
          <p:spPr>
            <a:xfrm>
              <a:off x="2710574" y="1536199"/>
              <a:ext cx="180725" cy="213610"/>
            </a:xfrm>
            <a:custGeom>
              <a:avLst/>
              <a:gdLst/>
              <a:ahLst/>
              <a:cxnLst/>
              <a:rect l="l" t="t" r="r" b="b"/>
              <a:pathLst>
                <a:path w="10222" h="12082" extrusionOk="0">
                  <a:moveTo>
                    <a:pt x="1231" y="0"/>
                  </a:moveTo>
                  <a:cubicBezTo>
                    <a:pt x="956" y="0"/>
                    <a:pt x="670" y="17"/>
                    <a:pt x="373" y="54"/>
                  </a:cubicBezTo>
                  <a:cubicBezTo>
                    <a:pt x="2083" y="584"/>
                    <a:pt x="3847" y="1500"/>
                    <a:pt x="4507" y="2391"/>
                  </a:cubicBezTo>
                  <a:cubicBezTo>
                    <a:pt x="5502" y="3735"/>
                    <a:pt x="5673" y="4492"/>
                    <a:pt x="4507" y="4955"/>
                  </a:cubicBezTo>
                  <a:cubicBezTo>
                    <a:pt x="3340" y="5426"/>
                    <a:pt x="1302" y="6708"/>
                    <a:pt x="429" y="8925"/>
                  </a:cubicBezTo>
                  <a:cubicBezTo>
                    <a:pt x="1" y="10005"/>
                    <a:pt x="141" y="11171"/>
                    <a:pt x="404" y="12081"/>
                  </a:cubicBezTo>
                  <a:cubicBezTo>
                    <a:pt x="1368" y="11526"/>
                    <a:pt x="2334" y="10909"/>
                    <a:pt x="2993" y="10670"/>
                  </a:cubicBezTo>
                  <a:cubicBezTo>
                    <a:pt x="4452" y="10146"/>
                    <a:pt x="8708" y="10146"/>
                    <a:pt x="9464" y="9621"/>
                  </a:cubicBezTo>
                  <a:cubicBezTo>
                    <a:pt x="10221" y="9095"/>
                    <a:pt x="9928" y="6531"/>
                    <a:pt x="8182" y="4670"/>
                  </a:cubicBezTo>
                  <a:cubicBezTo>
                    <a:pt x="6666" y="3051"/>
                    <a:pt x="4891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63"/>
            <p:cNvSpPr/>
            <p:nvPr/>
          </p:nvSpPr>
          <p:spPr>
            <a:xfrm>
              <a:off x="2642329" y="1561605"/>
              <a:ext cx="99256" cy="51873"/>
            </a:xfrm>
            <a:custGeom>
              <a:avLst/>
              <a:gdLst/>
              <a:ahLst/>
              <a:cxnLst/>
              <a:rect l="l" t="t" r="r" b="b"/>
              <a:pathLst>
                <a:path w="5614" h="2934" extrusionOk="0">
                  <a:moveTo>
                    <a:pt x="3752" y="0"/>
                  </a:moveTo>
                  <a:cubicBezTo>
                    <a:pt x="3722" y="0"/>
                    <a:pt x="3691" y="1"/>
                    <a:pt x="3660" y="2"/>
                  </a:cubicBezTo>
                  <a:cubicBezTo>
                    <a:pt x="2438" y="38"/>
                    <a:pt x="479" y="649"/>
                    <a:pt x="643" y="1162"/>
                  </a:cubicBezTo>
                  <a:cubicBezTo>
                    <a:pt x="781" y="1591"/>
                    <a:pt x="1" y="2934"/>
                    <a:pt x="2137" y="2934"/>
                  </a:cubicBezTo>
                  <a:cubicBezTo>
                    <a:pt x="2555" y="2934"/>
                    <a:pt x="3086" y="2882"/>
                    <a:pt x="3757" y="2762"/>
                  </a:cubicBezTo>
                  <a:cubicBezTo>
                    <a:pt x="5613" y="2427"/>
                    <a:pt x="5295" y="948"/>
                    <a:pt x="5295" y="948"/>
                  </a:cubicBezTo>
                  <a:cubicBezTo>
                    <a:pt x="5295" y="948"/>
                    <a:pt x="5144" y="0"/>
                    <a:pt x="3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63"/>
            <p:cNvSpPr/>
            <p:nvPr/>
          </p:nvSpPr>
          <p:spPr>
            <a:xfrm>
              <a:off x="2645069" y="1570198"/>
              <a:ext cx="48143" cy="43705"/>
            </a:xfrm>
            <a:custGeom>
              <a:avLst/>
              <a:gdLst/>
              <a:ahLst/>
              <a:cxnLst/>
              <a:rect l="l" t="t" r="r" b="b"/>
              <a:pathLst>
                <a:path w="2723" h="2472" extrusionOk="0">
                  <a:moveTo>
                    <a:pt x="1360" y="1"/>
                  </a:moveTo>
                  <a:cubicBezTo>
                    <a:pt x="1264" y="1"/>
                    <a:pt x="1166" y="12"/>
                    <a:pt x="1068" y="36"/>
                  </a:cubicBezTo>
                  <a:cubicBezTo>
                    <a:pt x="403" y="200"/>
                    <a:pt x="0" y="871"/>
                    <a:pt x="164" y="1530"/>
                  </a:cubicBezTo>
                  <a:cubicBezTo>
                    <a:pt x="305" y="2096"/>
                    <a:pt x="809" y="2472"/>
                    <a:pt x="1361" y="2472"/>
                  </a:cubicBezTo>
                  <a:cubicBezTo>
                    <a:pt x="1460" y="2472"/>
                    <a:pt x="1560" y="2460"/>
                    <a:pt x="1660" y="2435"/>
                  </a:cubicBezTo>
                  <a:cubicBezTo>
                    <a:pt x="2320" y="2270"/>
                    <a:pt x="2723" y="1598"/>
                    <a:pt x="2564" y="938"/>
                  </a:cubicBezTo>
                  <a:cubicBezTo>
                    <a:pt x="2423" y="377"/>
                    <a:pt x="1915" y="1"/>
                    <a:pt x="13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63"/>
            <p:cNvSpPr/>
            <p:nvPr/>
          </p:nvSpPr>
          <p:spPr>
            <a:xfrm>
              <a:off x="2686175" y="1325842"/>
              <a:ext cx="53570" cy="230989"/>
            </a:xfrm>
            <a:custGeom>
              <a:avLst/>
              <a:gdLst/>
              <a:ahLst/>
              <a:cxnLst/>
              <a:rect l="l" t="t" r="r" b="b"/>
              <a:pathLst>
                <a:path w="3030" h="13065" extrusionOk="0">
                  <a:moveTo>
                    <a:pt x="1921" y="1"/>
                  </a:moveTo>
                  <a:cubicBezTo>
                    <a:pt x="1433" y="1"/>
                    <a:pt x="221" y="2420"/>
                    <a:pt x="118" y="2732"/>
                  </a:cubicBezTo>
                  <a:cubicBezTo>
                    <a:pt x="0" y="3079"/>
                    <a:pt x="1338" y="3166"/>
                    <a:pt x="1479" y="3783"/>
                  </a:cubicBezTo>
                  <a:cubicBezTo>
                    <a:pt x="2412" y="7976"/>
                    <a:pt x="1753" y="11817"/>
                    <a:pt x="1747" y="12758"/>
                  </a:cubicBezTo>
                  <a:cubicBezTo>
                    <a:pt x="1747" y="12962"/>
                    <a:pt x="1894" y="13064"/>
                    <a:pt x="2072" y="13064"/>
                  </a:cubicBezTo>
                  <a:cubicBezTo>
                    <a:pt x="2251" y="13064"/>
                    <a:pt x="2462" y="12962"/>
                    <a:pt x="2590" y="12758"/>
                  </a:cubicBezTo>
                  <a:cubicBezTo>
                    <a:pt x="2852" y="12355"/>
                    <a:pt x="3029" y="7805"/>
                    <a:pt x="2449" y="4594"/>
                  </a:cubicBezTo>
                  <a:cubicBezTo>
                    <a:pt x="2077" y="2561"/>
                    <a:pt x="2389" y="808"/>
                    <a:pt x="2059" y="106"/>
                  </a:cubicBezTo>
                  <a:cubicBezTo>
                    <a:pt x="2025" y="34"/>
                    <a:pt x="1978" y="1"/>
                    <a:pt x="19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63"/>
            <p:cNvSpPr/>
            <p:nvPr/>
          </p:nvSpPr>
          <p:spPr>
            <a:xfrm>
              <a:off x="2597581" y="1213592"/>
              <a:ext cx="144304" cy="171390"/>
            </a:xfrm>
            <a:custGeom>
              <a:avLst/>
              <a:gdLst/>
              <a:ahLst/>
              <a:cxnLst/>
              <a:rect l="l" t="t" r="r" b="b"/>
              <a:pathLst>
                <a:path w="8162" h="9694" extrusionOk="0">
                  <a:moveTo>
                    <a:pt x="3242" y="1"/>
                  </a:moveTo>
                  <a:cubicBezTo>
                    <a:pt x="3043" y="1"/>
                    <a:pt x="2854" y="34"/>
                    <a:pt x="2680" y="100"/>
                  </a:cubicBezTo>
                  <a:cubicBezTo>
                    <a:pt x="0" y="1126"/>
                    <a:pt x="775" y="5119"/>
                    <a:pt x="1788" y="7622"/>
                  </a:cubicBezTo>
                  <a:cubicBezTo>
                    <a:pt x="2408" y="9167"/>
                    <a:pt x="3619" y="9694"/>
                    <a:pt x="4607" y="9694"/>
                  </a:cubicBezTo>
                  <a:cubicBezTo>
                    <a:pt x="5224" y="9694"/>
                    <a:pt x="5754" y="9488"/>
                    <a:pt x="6001" y="9197"/>
                  </a:cubicBezTo>
                  <a:cubicBezTo>
                    <a:pt x="6642" y="8439"/>
                    <a:pt x="8162" y="6285"/>
                    <a:pt x="6997" y="3544"/>
                  </a:cubicBezTo>
                  <a:cubicBezTo>
                    <a:pt x="5997" y="1193"/>
                    <a:pt x="4436" y="1"/>
                    <a:pt x="324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63"/>
            <p:cNvSpPr/>
            <p:nvPr/>
          </p:nvSpPr>
          <p:spPr>
            <a:xfrm>
              <a:off x="2480009" y="1435759"/>
              <a:ext cx="104294" cy="111773"/>
            </a:xfrm>
            <a:custGeom>
              <a:avLst/>
              <a:gdLst/>
              <a:ahLst/>
              <a:cxnLst/>
              <a:rect l="l" t="t" r="r" b="b"/>
              <a:pathLst>
                <a:path w="5899" h="6322" extrusionOk="0">
                  <a:moveTo>
                    <a:pt x="4001" y="1"/>
                  </a:moveTo>
                  <a:cubicBezTo>
                    <a:pt x="3070" y="1"/>
                    <a:pt x="1975" y="534"/>
                    <a:pt x="1631" y="948"/>
                  </a:cubicBezTo>
                  <a:cubicBezTo>
                    <a:pt x="899" y="1833"/>
                    <a:pt x="0" y="5423"/>
                    <a:pt x="1398" y="6101"/>
                  </a:cubicBezTo>
                  <a:cubicBezTo>
                    <a:pt x="1718" y="6256"/>
                    <a:pt x="2064" y="6322"/>
                    <a:pt x="2410" y="6322"/>
                  </a:cubicBezTo>
                  <a:cubicBezTo>
                    <a:pt x="3575" y="6322"/>
                    <a:pt x="4749" y="5576"/>
                    <a:pt x="4988" y="4983"/>
                  </a:cubicBezTo>
                  <a:cubicBezTo>
                    <a:pt x="5306" y="4214"/>
                    <a:pt x="5898" y="1063"/>
                    <a:pt x="4988" y="306"/>
                  </a:cubicBezTo>
                  <a:cubicBezTo>
                    <a:pt x="4726" y="88"/>
                    <a:pt x="4377" y="1"/>
                    <a:pt x="40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63"/>
            <p:cNvSpPr/>
            <p:nvPr/>
          </p:nvSpPr>
          <p:spPr>
            <a:xfrm>
              <a:off x="2538636" y="1499495"/>
              <a:ext cx="106823" cy="114637"/>
            </a:xfrm>
            <a:custGeom>
              <a:avLst/>
              <a:gdLst/>
              <a:ahLst/>
              <a:cxnLst/>
              <a:rect l="l" t="t" r="r" b="b"/>
              <a:pathLst>
                <a:path w="6042" h="6484" extrusionOk="0">
                  <a:moveTo>
                    <a:pt x="1575" y="1"/>
                  </a:moveTo>
                  <a:cubicBezTo>
                    <a:pt x="1520" y="1"/>
                    <a:pt x="1461" y="30"/>
                    <a:pt x="1398" y="96"/>
                  </a:cubicBezTo>
                  <a:cubicBezTo>
                    <a:pt x="903" y="621"/>
                    <a:pt x="0" y="1781"/>
                    <a:pt x="269" y="2074"/>
                  </a:cubicBezTo>
                  <a:cubicBezTo>
                    <a:pt x="537" y="2373"/>
                    <a:pt x="1715" y="2020"/>
                    <a:pt x="2162" y="2489"/>
                  </a:cubicBezTo>
                  <a:cubicBezTo>
                    <a:pt x="2601" y="2953"/>
                    <a:pt x="4755" y="6256"/>
                    <a:pt x="5177" y="6453"/>
                  </a:cubicBezTo>
                  <a:cubicBezTo>
                    <a:pt x="5224" y="6473"/>
                    <a:pt x="5271" y="6483"/>
                    <a:pt x="5318" y="6483"/>
                  </a:cubicBezTo>
                  <a:cubicBezTo>
                    <a:pt x="5696" y="6483"/>
                    <a:pt x="6041" y="5848"/>
                    <a:pt x="5525" y="5310"/>
                  </a:cubicBezTo>
                  <a:cubicBezTo>
                    <a:pt x="4939" y="4706"/>
                    <a:pt x="3261" y="2373"/>
                    <a:pt x="2698" y="1849"/>
                  </a:cubicBezTo>
                  <a:cubicBezTo>
                    <a:pt x="2203" y="1390"/>
                    <a:pt x="1958" y="1"/>
                    <a:pt x="15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63"/>
            <p:cNvSpPr/>
            <p:nvPr/>
          </p:nvSpPr>
          <p:spPr>
            <a:xfrm>
              <a:off x="2493941" y="1447746"/>
              <a:ext cx="69429" cy="86208"/>
            </a:xfrm>
            <a:custGeom>
              <a:avLst/>
              <a:gdLst/>
              <a:ahLst/>
              <a:cxnLst/>
              <a:rect l="l" t="t" r="r" b="b"/>
              <a:pathLst>
                <a:path w="3927" h="4876" extrusionOk="0">
                  <a:moveTo>
                    <a:pt x="2579" y="1"/>
                  </a:moveTo>
                  <a:cubicBezTo>
                    <a:pt x="2087" y="1"/>
                    <a:pt x="1486" y="217"/>
                    <a:pt x="1221" y="514"/>
                  </a:cubicBezTo>
                  <a:cubicBezTo>
                    <a:pt x="605" y="1210"/>
                    <a:pt x="1" y="3781"/>
                    <a:pt x="404" y="4421"/>
                  </a:cubicBezTo>
                  <a:cubicBezTo>
                    <a:pt x="599" y="4728"/>
                    <a:pt x="948" y="4875"/>
                    <a:pt x="1301" y="4875"/>
                  </a:cubicBezTo>
                  <a:cubicBezTo>
                    <a:pt x="1686" y="4875"/>
                    <a:pt x="2077" y="4701"/>
                    <a:pt x="2284" y="4367"/>
                  </a:cubicBezTo>
                  <a:cubicBezTo>
                    <a:pt x="2681" y="3725"/>
                    <a:pt x="3926" y="807"/>
                    <a:pt x="3163" y="166"/>
                  </a:cubicBezTo>
                  <a:cubicBezTo>
                    <a:pt x="3026" y="51"/>
                    <a:pt x="2815" y="1"/>
                    <a:pt x="25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63"/>
            <p:cNvSpPr/>
            <p:nvPr/>
          </p:nvSpPr>
          <p:spPr>
            <a:xfrm>
              <a:off x="1953551" y="2054948"/>
              <a:ext cx="50441" cy="15452"/>
            </a:xfrm>
            <a:custGeom>
              <a:avLst/>
              <a:gdLst/>
              <a:ahLst/>
              <a:cxnLst/>
              <a:rect l="l" t="t" r="r" b="b"/>
              <a:pathLst>
                <a:path w="2853" h="874" extrusionOk="0">
                  <a:moveTo>
                    <a:pt x="1" y="0"/>
                  </a:moveTo>
                  <a:lnTo>
                    <a:pt x="1" y="874"/>
                  </a:lnTo>
                  <a:lnTo>
                    <a:pt x="2413" y="874"/>
                  </a:lnTo>
                  <a:cubicBezTo>
                    <a:pt x="2657" y="874"/>
                    <a:pt x="2852" y="679"/>
                    <a:pt x="2852" y="440"/>
                  </a:cubicBezTo>
                  <a:cubicBezTo>
                    <a:pt x="2852" y="195"/>
                    <a:pt x="2657" y="0"/>
                    <a:pt x="24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63"/>
            <p:cNvSpPr/>
            <p:nvPr/>
          </p:nvSpPr>
          <p:spPr>
            <a:xfrm>
              <a:off x="1953551" y="2099625"/>
              <a:ext cx="50441" cy="15470"/>
            </a:xfrm>
            <a:custGeom>
              <a:avLst/>
              <a:gdLst/>
              <a:ahLst/>
              <a:cxnLst/>
              <a:rect l="l" t="t" r="r" b="b"/>
              <a:pathLst>
                <a:path w="2853" h="875" extrusionOk="0">
                  <a:moveTo>
                    <a:pt x="1" y="1"/>
                  </a:moveTo>
                  <a:lnTo>
                    <a:pt x="1" y="874"/>
                  </a:lnTo>
                  <a:lnTo>
                    <a:pt x="2413" y="874"/>
                  </a:lnTo>
                  <a:cubicBezTo>
                    <a:pt x="2657" y="874"/>
                    <a:pt x="2852" y="679"/>
                    <a:pt x="2852" y="435"/>
                  </a:cubicBezTo>
                  <a:cubicBezTo>
                    <a:pt x="2852" y="196"/>
                    <a:pt x="2657" y="1"/>
                    <a:pt x="24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63"/>
            <p:cNvSpPr/>
            <p:nvPr/>
          </p:nvSpPr>
          <p:spPr>
            <a:xfrm>
              <a:off x="1880056" y="2039407"/>
              <a:ext cx="62835" cy="91229"/>
            </a:xfrm>
            <a:custGeom>
              <a:avLst/>
              <a:gdLst/>
              <a:ahLst/>
              <a:cxnLst/>
              <a:rect l="l" t="t" r="r" b="b"/>
              <a:pathLst>
                <a:path w="3554" h="5160" extrusionOk="0">
                  <a:moveTo>
                    <a:pt x="2582" y="0"/>
                  </a:moveTo>
                  <a:cubicBezTo>
                    <a:pt x="1154" y="0"/>
                    <a:pt x="1" y="1155"/>
                    <a:pt x="1" y="2576"/>
                  </a:cubicBezTo>
                  <a:cubicBezTo>
                    <a:pt x="1" y="4005"/>
                    <a:pt x="1154" y="5159"/>
                    <a:pt x="2582" y="5159"/>
                  </a:cubicBezTo>
                  <a:lnTo>
                    <a:pt x="3554" y="5159"/>
                  </a:lnTo>
                  <a:lnTo>
                    <a:pt x="355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63"/>
            <p:cNvSpPr/>
            <p:nvPr/>
          </p:nvSpPr>
          <p:spPr>
            <a:xfrm>
              <a:off x="1813349" y="2082034"/>
              <a:ext cx="193225" cy="94040"/>
            </a:xfrm>
            <a:custGeom>
              <a:avLst/>
              <a:gdLst/>
              <a:ahLst/>
              <a:cxnLst/>
              <a:rect l="l" t="t" r="r" b="b"/>
              <a:pathLst>
                <a:path w="10929" h="5319" extrusionOk="0">
                  <a:moveTo>
                    <a:pt x="1288" y="1"/>
                  </a:moveTo>
                  <a:cubicBezTo>
                    <a:pt x="581" y="1"/>
                    <a:pt x="0" y="581"/>
                    <a:pt x="0" y="1295"/>
                  </a:cubicBezTo>
                  <a:lnTo>
                    <a:pt x="0" y="4025"/>
                  </a:lnTo>
                  <a:cubicBezTo>
                    <a:pt x="0" y="4738"/>
                    <a:pt x="581" y="5319"/>
                    <a:pt x="1288" y="5319"/>
                  </a:cubicBezTo>
                  <a:lnTo>
                    <a:pt x="10929" y="5319"/>
                  </a:lnTo>
                  <a:lnTo>
                    <a:pt x="10929" y="4555"/>
                  </a:lnTo>
                  <a:lnTo>
                    <a:pt x="1288" y="4555"/>
                  </a:lnTo>
                  <a:cubicBezTo>
                    <a:pt x="995" y="4555"/>
                    <a:pt x="756" y="4318"/>
                    <a:pt x="756" y="4025"/>
                  </a:cubicBezTo>
                  <a:lnTo>
                    <a:pt x="756" y="1295"/>
                  </a:lnTo>
                  <a:cubicBezTo>
                    <a:pt x="756" y="1002"/>
                    <a:pt x="995" y="764"/>
                    <a:pt x="1288" y="764"/>
                  </a:cubicBezTo>
                  <a:lnTo>
                    <a:pt x="3101" y="764"/>
                  </a:lnTo>
                  <a:lnTo>
                    <a:pt x="31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28" name="Google Shape;2928;p63"/>
          <p:cNvGrpSpPr/>
          <p:nvPr/>
        </p:nvGrpSpPr>
        <p:grpSpPr>
          <a:xfrm>
            <a:off x="983453" y="2102840"/>
            <a:ext cx="3702745" cy="2173984"/>
            <a:chOff x="4829101" y="1331275"/>
            <a:chExt cx="3401071" cy="1996863"/>
          </a:xfrm>
        </p:grpSpPr>
        <p:sp>
          <p:nvSpPr>
            <p:cNvPr id="2929" name="Google Shape;2929;p63"/>
            <p:cNvSpPr/>
            <p:nvPr/>
          </p:nvSpPr>
          <p:spPr>
            <a:xfrm>
              <a:off x="7255283" y="2412510"/>
              <a:ext cx="255900" cy="438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63"/>
            <p:cNvSpPr/>
            <p:nvPr/>
          </p:nvSpPr>
          <p:spPr>
            <a:xfrm>
              <a:off x="7555212" y="1331275"/>
              <a:ext cx="602897" cy="1520345"/>
            </a:xfrm>
            <a:custGeom>
              <a:avLst/>
              <a:gdLst/>
              <a:ahLst/>
              <a:cxnLst/>
              <a:rect l="l" t="t" r="r" b="b"/>
              <a:pathLst>
                <a:path w="50781" h="128056" extrusionOk="0">
                  <a:moveTo>
                    <a:pt x="25391" y="1"/>
                  </a:moveTo>
                  <a:cubicBezTo>
                    <a:pt x="11388" y="1"/>
                    <a:pt x="0" y="11395"/>
                    <a:pt x="0" y="25391"/>
                  </a:cubicBezTo>
                  <a:lnTo>
                    <a:pt x="0" y="128056"/>
                  </a:lnTo>
                  <a:lnTo>
                    <a:pt x="50781" y="128056"/>
                  </a:lnTo>
                  <a:lnTo>
                    <a:pt x="50781" y="25391"/>
                  </a:lnTo>
                  <a:cubicBezTo>
                    <a:pt x="50781" y="11395"/>
                    <a:pt x="39394" y="1"/>
                    <a:pt x="253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63"/>
            <p:cNvSpPr/>
            <p:nvPr/>
          </p:nvSpPr>
          <p:spPr>
            <a:xfrm>
              <a:off x="7609013" y="1385076"/>
              <a:ext cx="495356" cy="495368"/>
            </a:xfrm>
            <a:custGeom>
              <a:avLst/>
              <a:gdLst/>
              <a:ahLst/>
              <a:cxnLst/>
              <a:rect l="l" t="t" r="r" b="b"/>
              <a:pathLst>
                <a:path w="41723" h="41724" extrusionOk="0">
                  <a:moveTo>
                    <a:pt x="20859" y="684"/>
                  </a:moveTo>
                  <a:cubicBezTo>
                    <a:pt x="31983" y="684"/>
                    <a:pt x="41035" y="9735"/>
                    <a:pt x="41035" y="20859"/>
                  </a:cubicBezTo>
                  <a:cubicBezTo>
                    <a:pt x="41035" y="31984"/>
                    <a:pt x="31983" y="41034"/>
                    <a:pt x="20859" y="41034"/>
                  </a:cubicBezTo>
                  <a:cubicBezTo>
                    <a:pt x="9734" y="41034"/>
                    <a:pt x="684" y="31984"/>
                    <a:pt x="684" y="20859"/>
                  </a:cubicBezTo>
                  <a:cubicBezTo>
                    <a:pt x="684" y="9735"/>
                    <a:pt x="9734" y="684"/>
                    <a:pt x="20859" y="684"/>
                  </a:cubicBezTo>
                  <a:close/>
                  <a:moveTo>
                    <a:pt x="20859" y="1"/>
                  </a:moveTo>
                  <a:cubicBezTo>
                    <a:pt x="9356" y="1"/>
                    <a:pt x="0" y="9357"/>
                    <a:pt x="0" y="20859"/>
                  </a:cubicBezTo>
                  <a:cubicBezTo>
                    <a:pt x="0" y="32369"/>
                    <a:pt x="9356" y="41723"/>
                    <a:pt x="20859" y="41723"/>
                  </a:cubicBezTo>
                  <a:cubicBezTo>
                    <a:pt x="32362" y="41723"/>
                    <a:pt x="41723" y="32369"/>
                    <a:pt x="41723" y="20859"/>
                  </a:cubicBezTo>
                  <a:cubicBezTo>
                    <a:pt x="41723" y="9357"/>
                    <a:pt x="32362" y="1"/>
                    <a:pt x="208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63"/>
            <p:cNvSpPr/>
            <p:nvPr/>
          </p:nvSpPr>
          <p:spPr>
            <a:xfrm>
              <a:off x="7483189" y="2816113"/>
              <a:ext cx="746982" cy="176770"/>
            </a:xfrm>
            <a:custGeom>
              <a:avLst/>
              <a:gdLst/>
              <a:ahLst/>
              <a:cxnLst/>
              <a:rect l="l" t="t" r="r" b="b"/>
              <a:pathLst>
                <a:path w="62917" h="14889" extrusionOk="0">
                  <a:moveTo>
                    <a:pt x="4794" y="0"/>
                  </a:moveTo>
                  <a:cubicBezTo>
                    <a:pt x="4122" y="0"/>
                    <a:pt x="3519" y="397"/>
                    <a:pt x="3257" y="1013"/>
                  </a:cubicBezTo>
                  <a:lnTo>
                    <a:pt x="133" y="8350"/>
                  </a:lnTo>
                  <a:cubicBezTo>
                    <a:pt x="43" y="8558"/>
                    <a:pt x="0" y="8777"/>
                    <a:pt x="0" y="9003"/>
                  </a:cubicBezTo>
                  <a:lnTo>
                    <a:pt x="0" y="13217"/>
                  </a:lnTo>
                  <a:cubicBezTo>
                    <a:pt x="0" y="14139"/>
                    <a:pt x="744" y="14888"/>
                    <a:pt x="1670" y="14888"/>
                  </a:cubicBezTo>
                  <a:lnTo>
                    <a:pt x="61245" y="14888"/>
                  </a:lnTo>
                  <a:cubicBezTo>
                    <a:pt x="62173" y="14888"/>
                    <a:pt x="62917" y="14139"/>
                    <a:pt x="62917" y="13217"/>
                  </a:cubicBezTo>
                  <a:lnTo>
                    <a:pt x="62917" y="9003"/>
                  </a:lnTo>
                  <a:cubicBezTo>
                    <a:pt x="62917" y="8777"/>
                    <a:pt x="62874" y="8558"/>
                    <a:pt x="62788" y="8350"/>
                  </a:cubicBezTo>
                  <a:lnTo>
                    <a:pt x="59660" y="1013"/>
                  </a:lnTo>
                  <a:cubicBezTo>
                    <a:pt x="59398" y="397"/>
                    <a:pt x="58793" y="0"/>
                    <a:pt x="58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63"/>
            <p:cNvSpPr/>
            <p:nvPr/>
          </p:nvSpPr>
          <p:spPr>
            <a:xfrm>
              <a:off x="7483189" y="2963971"/>
              <a:ext cx="746982" cy="28898"/>
            </a:xfrm>
            <a:custGeom>
              <a:avLst/>
              <a:gdLst/>
              <a:ahLst/>
              <a:cxnLst/>
              <a:rect l="l" t="t" r="r" b="b"/>
              <a:pathLst>
                <a:path w="62917" h="2434" extrusionOk="0">
                  <a:moveTo>
                    <a:pt x="0" y="0"/>
                  </a:moveTo>
                  <a:lnTo>
                    <a:pt x="0" y="762"/>
                  </a:lnTo>
                  <a:cubicBezTo>
                    <a:pt x="0" y="1684"/>
                    <a:pt x="744" y="2433"/>
                    <a:pt x="1670" y="2433"/>
                  </a:cubicBezTo>
                  <a:lnTo>
                    <a:pt x="61245" y="2433"/>
                  </a:lnTo>
                  <a:cubicBezTo>
                    <a:pt x="62173" y="2433"/>
                    <a:pt x="62917" y="1684"/>
                    <a:pt x="62917" y="762"/>
                  </a:cubicBezTo>
                  <a:lnTo>
                    <a:pt x="6291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63"/>
            <p:cNvSpPr/>
            <p:nvPr/>
          </p:nvSpPr>
          <p:spPr>
            <a:xfrm>
              <a:off x="7502373" y="2816113"/>
              <a:ext cx="708681" cy="57867"/>
            </a:xfrm>
            <a:custGeom>
              <a:avLst/>
              <a:gdLst/>
              <a:ahLst/>
              <a:cxnLst/>
              <a:rect l="l" t="t" r="r" b="b"/>
              <a:pathLst>
                <a:path w="59691" h="4874" extrusionOk="0">
                  <a:moveTo>
                    <a:pt x="3178" y="0"/>
                  </a:moveTo>
                  <a:cubicBezTo>
                    <a:pt x="2506" y="0"/>
                    <a:pt x="1903" y="397"/>
                    <a:pt x="1641" y="1013"/>
                  </a:cubicBezTo>
                  <a:lnTo>
                    <a:pt x="0" y="4873"/>
                  </a:lnTo>
                  <a:lnTo>
                    <a:pt x="59691" y="4873"/>
                  </a:lnTo>
                  <a:lnTo>
                    <a:pt x="58044" y="1013"/>
                  </a:lnTo>
                  <a:cubicBezTo>
                    <a:pt x="57782" y="397"/>
                    <a:pt x="57177" y="0"/>
                    <a:pt x="56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63"/>
            <p:cNvSpPr/>
            <p:nvPr/>
          </p:nvSpPr>
          <p:spPr>
            <a:xfrm>
              <a:off x="7613073" y="2050094"/>
              <a:ext cx="487188" cy="238970"/>
            </a:xfrm>
            <a:custGeom>
              <a:avLst/>
              <a:gdLst/>
              <a:ahLst/>
              <a:cxnLst/>
              <a:rect l="l" t="t" r="r" b="b"/>
              <a:pathLst>
                <a:path w="41035" h="20128" extrusionOk="0">
                  <a:moveTo>
                    <a:pt x="147" y="1"/>
                  </a:moveTo>
                  <a:cubicBezTo>
                    <a:pt x="67" y="1"/>
                    <a:pt x="1" y="68"/>
                    <a:pt x="1" y="147"/>
                  </a:cubicBezTo>
                  <a:lnTo>
                    <a:pt x="1" y="19981"/>
                  </a:lnTo>
                  <a:cubicBezTo>
                    <a:pt x="1" y="20060"/>
                    <a:pt x="67" y="20127"/>
                    <a:pt x="147" y="20127"/>
                  </a:cubicBezTo>
                  <a:lnTo>
                    <a:pt x="40888" y="20127"/>
                  </a:lnTo>
                  <a:cubicBezTo>
                    <a:pt x="40967" y="20127"/>
                    <a:pt x="41034" y="20060"/>
                    <a:pt x="41034" y="19981"/>
                  </a:cubicBezTo>
                  <a:lnTo>
                    <a:pt x="41034" y="147"/>
                  </a:lnTo>
                  <a:cubicBezTo>
                    <a:pt x="41034" y="68"/>
                    <a:pt x="40967" y="1"/>
                    <a:pt x="408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63"/>
            <p:cNvSpPr/>
            <p:nvPr/>
          </p:nvSpPr>
          <p:spPr>
            <a:xfrm>
              <a:off x="7662161" y="2091299"/>
              <a:ext cx="167628" cy="167640"/>
            </a:xfrm>
            <a:custGeom>
              <a:avLst/>
              <a:gdLst/>
              <a:ahLst/>
              <a:cxnLst/>
              <a:rect l="l" t="t" r="r" b="b"/>
              <a:pathLst>
                <a:path w="14119" h="14120" extrusionOk="0">
                  <a:moveTo>
                    <a:pt x="86" y="0"/>
                  </a:moveTo>
                  <a:cubicBezTo>
                    <a:pt x="37" y="0"/>
                    <a:pt x="1" y="37"/>
                    <a:pt x="1" y="85"/>
                  </a:cubicBezTo>
                  <a:lnTo>
                    <a:pt x="1" y="14033"/>
                  </a:lnTo>
                  <a:cubicBezTo>
                    <a:pt x="1" y="14076"/>
                    <a:pt x="37" y="14120"/>
                    <a:pt x="86" y="14120"/>
                  </a:cubicBezTo>
                  <a:lnTo>
                    <a:pt x="14034" y="14120"/>
                  </a:lnTo>
                  <a:cubicBezTo>
                    <a:pt x="14082" y="14120"/>
                    <a:pt x="14119" y="14076"/>
                    <a:pt x="14119" y="14033"/>
                  </a:cubicBezTo>
                  <a:lnTo>
                    <a:pt x="14119" y="85"/>
                  </a:lnTo>
                  <a:cubicBezTo>
                    <a:pt x="14119" y="37"/>
                    <a:pt x="14082" y="0"/>
                    <a:pt x="140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63"/>
            <p:cNvSpPr/>
            <p:nvPr/>
          </p:nvSpPr>
          <p:spPr>
            <a:xfrm>
              <a:off x="7682211" y="2111350"/>
              <a:ext cx="127523" cy="127523"/>
            </a:xfrm>
            <a:custGeom>
              <a:avLst/>
              <a:gdLst/>
              <a:ahLst/>
              <a:cxnLst/>
              <a:rect l="l" t="t" r="r" b="b"/>
              <a:pathLst>
                <a:path w="10741" h="10741" extrusionOk="0">
                  <a:moveTo>
                    <a:pt x="5367" y="1"/>
                  </a:moveTo>
                  <a:cubicBezTo>
                    <a:pt x="2403" y="1"/>
                    <a:pt x="1" y="2404"/>
                    <a:pt x="1" y="5368"/>
                  </a:cubicBezTo>
                  <a:cubicBezTo>
                    <a:pt x="1" y="8338"/>
                    <a:pt x="2403" y="10740"/>
                    <a:pt x="5367" y="10740"/>
                  </a:cubicBezTo>
                  <a:cubicBezTo>
                    <a:pt x="8338" y="10740"/>
                    <a:pt x="10740" y="8338"/>
                    <a:pt x="10740" y="5368"/>
                  </a:cubicBezTo>
                  <a:cubicBezTo>
                    <a:pt x="10740" y="2404"/>
                    <a:pt x="8338" y="1"/>
                    <a:pt x="53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63"/>
            <p:cNvSpPr/>
            <p:nvPr/>
          </p:nvSpPr>
          <p:spPr>
            <a:xfrm>
              <a:off x="7717172" y="2149647"/>
              <a:ext cx="18485" cy="53450"/>
            </a:xfrm>
            <a:custGeom>
              <a:avLst/>
              <a:gdLst/>
              <a:ahLst/>
              <a:cxnLst/>
              <a:rect l="l" t="t" r="r" b="b"/>
              <a:pathLst>
                <a:path w="1557" h="4502" extrusionOk="0">
                  <a:moveTo>
                    <a:pt x="783" y="1"/>
                  </a:moveTo>
                  <a:cubicBezTo>
                    <a:pt x="349" y="1"/>
                    <a:pt x="1" y="349"/>
                    <a:pt x="1" y="781"/>
                  </a:cubicBezTo>
                  <a:lnTo>
                    <a:pt x="1" y="3727"/>
                  </a:lnTo>
                  <a:cubicBezTo>
                    <a:pt x="1" y="4155"/>
                    <a:pt x="349" y="4502"/>
                    <a:pt x="783" y="4502"/>
                  </a:cubicBezTo>
                  <a:cubicBezTo>
                    <a:pt x="1209" y="4502"/>
                    <a:pt x="1557" y="4155"/>
                    <a:pt x="1557" y="3727"/>
                  </a:cubicBezTo>
                  <a:lnTo>
                    <a:pt x="1557" y="781"/>
                  </a:lnTo>
                  <a:cubicBezTo>
                    <a:pt x="1557" y="349"/>
                    <a:pt x="1209" y="1"/>
                    <a:pt x="783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63"/>
            <p:cNvSpPr/>
            <p:nvPr/>
          </p:nvSpPr>
          <p:spPr>
            <a:xfrm>
              <a:off x="7756205" y="2149647"/>
              <a:ext cx="18557" cy="53450"/>
            </a:xfrm>
            <a:custGeom>
              <a:avLst/>
              <a:gdLst/>
              <a:ahLst/>
              <a:cxnLst/>
              <a:rect l="l" t="t" r="r" b="b"/>
              <a:pathLst>
                <a:path w="1563" h="4502" extrusionOk="0">
                  <a:moveTo>
                    <a:pt x="781" y="1"/>
                  </a:moveTo>
                  <a:cubicBezTo>
                    <a:pt x="355" y="1"/>
                    <a:pt x="1" y="349"/>
                    <a:pt x="1" y="781"/>
                  </a:cubicBezTo>
                  <a:lnTo>
                    <a:pt x="1" y="3727"/>
                  </a:lnTo>
                  <a:cubicBezTo>
                    <a:pt x="1" y="4155"/>
                    <a:pt x="355" y="4502"/>
                    <a:pt x="781" y="4502"/>
                  </a:cubicBezTo>
                  <a:cubicBezTo>
                    <a:pt x="1214" y="4502"/>
                    <a:pt x="1562" y="4155"/>
                    <a:pt x="1562" y="3727"/>
                  </a:cubicBezTo>
                  <a:lnTo>
                    <a:pt x="1562" y="781"/>
                  </a:lnTo>
                  <a:cubicBezTo>
                    <a:pt x="1562" y="349"/>
                    <a:pt x="1214" y="1"/>
                    <a:pt x="781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63"/>
            <p:cNvSpPr/>
            <p:nvPr/>
          </p:nvSpPr>
          <p:spPr>
            <a:xfrm>
              <a:off x="7705610" y="2138357"/>
              <a:ext cx="80733" cy="76115"/>
            </a:xfrm>
            <a:custGeom>
              <a:avLst/>
              <a:gdLst/>
              <a:ahLst/>
              <a:cxnLst/>
              <a:rect l="l" t="t" r="r" b="b"/>
              <a:pathLst>
                <a:path w="6800" h="6411" extrusionOk="0">
                  <a:moveTo>
                    <a:pt x="73" y="0"/>
                  </a:moveTo>
                  <a:cubicBezTo>
                    <a:pt x="37" y="0"/>
                    <a:pt x="0" y="31"/>
                    <a:pt x="0" y="73"/>
                  </a:cubicBezTo>
                  <a:lnTo>
                    <a:pt x="0" y="6337"/>
                  </a:lnTo>
                  <a:cubicBezTo>
                    <a:pt x="0" y="6373"/>
                    <a:pt x="37" y="6410"/>
                    <a:pt x="73" y="6410"/>
                  </a:cubicBezTo>
                  <a:lnTo>
                    <a:pt x="6726" y="6410"/>
                  </a:lnTo>
                  <a:cubicBezTo>
                    <a:pt x="6763" y="6410"/>
                    <a:pt x="6799" y="6373"/>
                    <a:pt x="6799" y="6337"/>
                  </a:cubicBezTo>
                  <a:lnTo>
                    <a:pt x="6799" y="73"/>
                  </a:lnTo>
                  <a:cubicBezTo>
                    <a:pt x="6799" y="31"/>
                    <a:pt x="6763" y="0"/>
                    <a:pt x="67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63"/>
            <p:cNvSpPr/>
            <p:nvPr/>
          </p:nvSpPr>
          <p:spPr>
            <a:xfrm>
              <a:off x="7883489" y="2092605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4120" h="14120" extrusionOk="0">
                  <a:moveTo>
                    <a:pt x="86" y="0"/>
                  </a:moveTo>
                  <a:cubicBezTo>
                    <a:pt x="43" y="0"/>
                    <a:pt x="1" y="37"/>
                    <a:pt x="1" y="85"/>
                  </a:cubicBezTo>
                  <a:lnTo>
                    <a:pt x="1" y="14027"/>
                  </a:lnTo>
                  <a:cubicBezTo>
                    <a:pt x="1" y="14076"/>
                    <a:pt x="43" y="14120"/>
                    <a:pt x="86" y="14120"/>
                  </a:cubicBezTo>
                  <a:lnTo>
                    <a:pt x="14035" y="14120"/>
                  </a:lnTo>
                  <a:cubicBezTo>
                    <a:pt x="14083" y="14120"/>
                    <a:pt x="14120" y="14076"/>
                    <a:pt x="14120" y="14027"/>
                  </a:cubicBezTo>
                  <a:lnTo>
                    <a:pt x="14120" y="85"/>
                  </a:lnTo>
                  <a:cubicBezTo>
                    <a:pt x="14120" y="37"/>
                    <a:pt x="14083" y="0"/>
                    <a:pt x="140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63"/>
            <p:cNvSpPr/>
            <p:nvPr/>
          </p:nvSpPr>
          <p:spPr>
            <a:xfrm>
              <a:off x="7903540" y="2112656"/>
              <a:ext cx="127534" cy="127511"/>
            </a:xfrm>
            <a:custGeom>
              <a:avLst/>
              <a:gdLst/>
              <a:ahLst/>
              <a:cxnLst/>
              <a:rect l="l" t="t" r="r" b="b"/>
              <a:pathLst>
                <a:path w="10742" h="10740" extrusionOk="0">
                  <a:moveTo>
                    <a:pt x="5374" y="0"/>
                  </a:moveTo>
                  <a:cubicBezTo>
                    <a:pt x="2404" y="0"/>
                    <a:pt x="1" y="2404"/>
                    <a:pt x="1" y="5368"/>
                  </a:cubicBezTo>
                  <a:cubicBezTo>
                    <a:pt x="1" y="8332"/>
                    <a:pt x="2404" y="10740"/>
                    <a:pt x="5374" y="10740"/>
                  </a:cubicBezTo>
                  <a:cubicBezTo>
                    <a:pt x="8338" y="10740"/>
                    <a:pt x="10742" y="8332"/>
                    <a:pt x="10742" y="5368"/>
                  </a:cubicBezTo>
                  <a:cubicBezTo>
                    <a:pt x="10742" y="2404"/>
                    <a:pt x="8338" y="0"/>
                    <a:pt x="53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63"/>
            <p:cNvSpPr/>
            <p:nvPr/>
          </p:nvSpPr>
          <p:spPr>
            <a:xfrm>
              <a:off x="7938524" y="2150953"/>
              <a:ext cx="18533" cy="53450"/>
            </a:xfrm>
            <a:custGeom>
              <a:avLst/>
              <a:gdLst/>
              <a:ahLst/>
              <a:cxnLst/>
              <a:rect l="l" t="t" r="r" b="b"/>
              <a:pathLst>
                <a:path w="1561" h="4502" extrusionOk="0">
                  <a:moveTo>
                    <a:pt x="781" y="0"/>
                  </a:moveTo>
                  <a:cubicBezTo>
                    <a:pt x="353" y="0"/>
                    <a:pt x="0" y="349"/>
                    <a:pt x="0" y="775"/>
                  </a:cubicBezTo>
                  <a:lnTo>
                    <a:pt x="0" y="3721"/>
                  </a:lnTo>
                  <a:cubicBezTo>
                    <a:pt x="0" y="4155"/>
                    <a:pt x="353" y="4502"/>
                    <a:pt x="781" y="4502"/>
                  </a:cubicBezTo>
                  <a:cubicBezTo>
                    <a:pt x="1208" y="4502"/>
                    <a:pt x="1561" y="4155"/>
                    <a:pt x="1561" y="3721"/>
                  </a:cubicBezTo>
                  <a:lnTo>
                    <a:pt x="1561" y="775"/>
                  </a:lnTo>
                  <a:cubicBezTo>
                    <a:pt x="1561" y="349"/>
                    <a:pt x="1208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63"/>
            <p:cNvSpPr/>
            <p:nvPr/>
          </p:nvSpPr>
          <p:spPr>
            <a:xfrm>
              <a:off x="7977616" y="2150953"/>
              <a:ext cx="18474" cy="53450"/>
            </a:xfrm>
            <a:custGeom>
              <a:avLst/>
              <a:gdLst/>
              <a:ahLst/>
              <a:cxnLst/>
              <a:rect l="l" t="t" r="r" b="b"/>
              <a:pathLst>
                <a:path w="1556" h="4502" extrusionOk="0">
                  <a:moveTo>
                    <a:pt x="781" y="0"/>
                  </a:moveTo>
                  <a:cubicBezTo>
                    <a:pt x="348" y="0"/>
                    <a:pt x="1" y="349"/>
                    <a:pt x="1" y="775"/>
                  </a:cubicBezTo>
                  <a:lnTo>
                    <a:pt x="1" y="3721"/>
                  </a:lnTo>
                  <a:cubicBezTo>
                    <a:pt x="1" y="4155"/>
                    <a:pt x="348" y="4502"/>
                    <a:pt x="781" y="4502"/>
                  </a:cubicBezTo>
                  <a:cubicBezTo>
                    <a:pt x="1208" y="4502"/>
                    <a:pt x="1555" y="4155"/>
                    <a:pt x="1555" y="3721"/>
                  </a:cubicBezTo>
                  <a:lnTo>
                    <a:pt x="1555" y="775"/>
                  </a:lnTo>
                  <a:cubicBezTo>
                    <a:pt x="1555" y="349"/>
                    <a:pt x="1208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63"/>
            <p:cNvSpPr/>
            <p:nvPr/>
          </p:nvSpPr>
          <p:spPr>
            <a:xfrm>
              <a:off x="7613073" y="2359769"/>
              <a:ext cx="487188" cy="395295"/>
            </a:xfrm>
            <a:custGeom>
              <a:avLst/>
              <a:gdLst/>
              <a:ahLst/>
              <a:cxnLst/>
              <a:rect l="l" t="t" r="r" b="b"/>
              <a:pathLst>
                <a:path w="41035" h="33295" extrusionOk="0">
                  <a:moveTo>
                    <a:pt x="220" y="0"/>
                  </a:moveTo>
                  <a:cubicBezTo>
                    <a:pt x="97" y="0"/>
                    <a:pt x="1" y="97"/>
                    <a:pt x="1" y="220"/>
                  </a:cubicBezTo>
                  <a:lnTo>
                    <a:pt x="1" y="33075"/>
                  </a:lnTo>
                  <a:cubicBezTo>
                    <a:pt x="1" y="33197"/>
                    <a:pt x="97" y="33295"/>
                    <a:pt x="220" y="33295"/>
                  </a:cubicBezTo>
                  <a:lnTo>
                    <a:pt x="40815" y="33295"/>
                  </a:lnTo>
                  <a:cubicBezTo>
                    <a:pt x="40936" y="33295"/>
                    <a:pt x="41034" y="33197"/>
                    <a:pt x="41034" y="33075"/>
                  </a:cubicBezTo>
                  <a:lnTo>
                    <a:pt x="41034" y="220"/>
                  </a:lnTo>
                  <a:cubicBezTo>
                    <a:pt x="41034" y="97"/>
                    <a:pt x="40936" y="0"/>
                    <a:pt x="408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63"/>
            <p:cNvSpPr/>
            <p:nvPr/>
          </p:nvSpPr>
          <p:spPr>
            <a:xfrm>
              <a:off x="7649482" y="2497915"/>
              <a:ext cx="32744" cy="126430"/>
            </a:xfrm>
            <a:custGeom>
              <a:avLst/>
              <a:gdLst/>
              <a:ahLst/>
              <a:cxnLst/>
              <a:rect l="l" t="t" r="r" b="b"/>
              <a:pathLst>
                <a:path w="2758" h="10649" extrusionOk="0">
                  <a:moveTo>
                    <a:pt x="1379" y="0"/>
                  </a:moveTo>
                  <a:cubicBezTo>
                    <a:pt x="622" y="0"/>
                    <a:pt x="0" y="622"/>
                    <a:pt x="0" y="1378"/>
                  </a:cubicBezTo>
                  <a:lnTo>
                    <a:pt x="0" y="9270"/>
                  </a:lnTo>
                  <a:cubicBezTo>
                    <a:pt x="0" y="10033"/>
                    <a:pt x="622" y="10649"/>
                    <a:pt x="1379" y="10649"/>
                  </a:cubicBezTo>
                  <a:cubicBezTo>
                    <a:pt x="2136" y="10649"/>
                    <a:pt x="2758" y="10033"/>
                    <a:pt x="2758" y="9270"/>
                  </a:cubicBezTo>
                  <a:lnTo>
                    <a:pt x="2758" y="1378"/>
                  </a:lnTo>
                  <a:cubicBezTo>
                    <a:pt x="2758" y="622"/>
                    <a:pt x="2136" y="0"/>
                    <a:pt x="1379" y="0"/>
                  </a:cubicBezTo>
                  <a:close/>
                </a:path>
              </a:pathLst>
            </a:custGeom>
            <a:solidFill>
              <a:srgbClr val="E6E6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63"/>
            <p:cNvSpPr/>
            <p:nvPr/>
          </p:nvSpPr>
          <p:spPr>
            <a:xfrm>
              <a:off x="7775983" y="1504537"/>
              <a:ext cx="161335" cy="290164"/>
            </a:xfrm>
            <a:custGeom>
              <a:avLst/>
              <a:gdLst/>
              <a:ahLst/>
              <a:cxnLst/>
              <a:rect l="l" t="t" r="r" b="b"/>
              <a:pathLst>
                <a:path w="13589" h="24440" extrusionOk="0">
                  <a:moveTo>
                    <a:pt x="2836" y="1"/>
                  </a:moveTo>
                  <a:lnTo>
                    <a:pt x="0" y="12217"/>
                  </a:lnTo>
                  <a:lnTo>
                    <a:pt x="6892" y="12217"/>
                  </a:lnTo>
                  <a:lnTo>
                    <a:pt x="5184" y="24440"/>
                  </a:lnTo>
                  <a:lnTo>
                    <a:pt x="13588" y="7917"/>
                  </a:lnTo>
                  <a:lnTo>
                    <a:pt x="8117" y="7917"/>
                  </a:lnTo>
                  <a:lnTo>
                    <a:pt x="1055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63"/>
            <p:cNvSpPr/>
            <p:nvPr/>
          </p:nvSpPr>
          <p:spPr>
            <a:xfrm>
              <a:off x="7278207" y="2176369"/>
              <a:ext cx="475957" cy="624185"/>
            </a:xfrm>
            <a:custGeom>
              <a:avLst/>
              <a:gdLst/>
              <a:ahLst/>
              <a:cxnLst/>
              <a:rect l="l" t="t" r="r" b="b"/>
              <a:pathLst>
                <a:path w="40089" h="52574" extrusionOk="0">
                  <a:moveTo>
                    <a:pt x="38717" y="1"/>
                  </a:moveTo>
                  <a:lnTo>
                    <a:pt x="38717" y="48744"/>
                  </a:lnTo>
                  <a:cubicBezTo>
                    <a:pt x="38717" y="50622"/>
                    <a:pt x="38143" y="51196"/>
                    <a:pt x="36265" y="51196"/>
                  </a:cubicBezTo>
                  <a:lnTo>
                    <a:pt x="28209" y="51196"/>
                  </a:lnTo>
                  <a:lnTo>
                    <a:pt x="27775" y="51202"/>
                  </a:lnTo>
                  <a:cubicBezTo>
                    <a:pt x="27655" y="51202"/>
                    <a:pt x="27535" y="51203"/>
                    <a:pt x="27417" y="51203"/>
                  </a:cubicBezTo>
                  <a:cubicBezTo>
                    <a:pt x="26511" y="51203"/>
                    <a:pt x="25688" y="51159"/>
                    <a:pt x="25220" y="50695"/>
                  </a:cubicBezTo>
                  <a:cubicBezTo>
                    <a:pt x="24854" y="50329"/>
                    <a:pt x="24665" y="49665"/>
                    <a:pt x="24665" y="48713"/>
                  </a:cubicBezTo>
                  <a:lnTo>
                    <a:pt x="24665" y="25341"/>
                  </a:lnTo>
                  <a:cubicBezTo>
                    <a:pt x="24665" y="20798"/>
                    <a:pt x="22146" y="20798"/>
                    <a:pt x="20127" y="20798"/>
                  </a:cubicBezTo>
                  <a:lnTo>
                    <a:pt x="1" y="20798"/>
                  </a:lnTo>
                  <a:lnTo>
                    <a:pt x="1" y="22177"/>
                  </a:lnTo>
                  <a:lnTo>
                    <a:pt x="20127" y="22177"/>
                  </a:lnTo>
                  <a:cubicBezTo>
                    <a:pt x="22231" y="22177"/>
                    <a:pt x="23292" y="22177"/>
                    <a:pt x="23292" y="25341"/>
                  </a:cubicBezTo>
                  <a:lnTo>
                    <a:pt x="23292" y="48713"/>
                  </a:lnTo>
                  <a:cubicBezTo>
                    <a:pt x="23292" y="50067"/>
                    <a:pt x="23604" y="51030"/>
                    <a:pt x="24249" y="51671"/>
                  </a:cubicBezTo>
                  <a:cubicBezTo>
                    <a:pt x="25079" y="52494"/>
                    <a:pt x="26256" y="52573"/>
                    <a:pt x="27360" y="52573"/>
                  </a:cubicBezTo>
                  <a:lnTo>
                    <a:pt x="36265" y="52573"/>
                  </a:lnTo>
                  <a:cubicBezTo>
                    <a:pt x="38912" y="52573"/>
                    <a:pt x="40088" y="51390"/>
                    <a:pt x="40088" y="48744"/>
                  </a:cubicBezTo>
                  <a:lnTo>
                    <a:pt x="4008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63"/>
            <p:cNvSpPr/>
            <p:nvPr/>
          </p:nvSpPr>
          <p:spPr>
            <a:xfrm>
              <a:off x="6064380" y="1920566"/>
              <a:ext cx="1046335" cy="131725"/>
            </a:xfrm>
            <a:custGeom>
              <a:avLst/>
              <a:gdLst/>
              <a:ahLst/>
              <a:cxnLst/>
              <a:rect l="l" t="t" r="r" b="b"/>
              <a:pathLst>
                <a:path w="88131" h="11095" extrusionOk="0">
                  <a:moveTo>
                    <a:pt x="15606" y="1"/>
                  </a:moveTo>
                  <a:cubicBezTo>
                    <a:pt x="12042" y="1"/>
                    <a:pt x="9533" y="103"/>
                    <a:pt x="8612" y="342"/>
                  </a:cubicBezTo>
                  <a:cubicBezTo>
                    <a:pt x="3019" y="1800"/>
                    <a:pt x="0" y="6557"/>
                    <a:pt x="0" y="6557"/>
                  </a:cubicBezTo>
                  <a:lnTo>
                    <a:pt x="9282" y="7332"/>
                  </a:lnTo>
                  <a:cubicBezTo>
                    <a:pt x="9282" y="7332"/>
                    <a:pt x="8307" y="2410"/>
                    <a:pt x="14357" y="2270"/>
                  </a:cubicBezTo>
                  <a:cubicBezTo>
                    <a:pt x="14565" y="2265"/>
                    <a:pt x="14830" y="2262"/>
                    <a:pt x="15147" y="2262"/>
                  </a:cubicBezTo>
                  <a:cubicBezTo>
                    <a:pt x="24056" y="2262"/>
                    <a:pt x="74517" y="4193"/>
                    <a:pt x="78604" y="5142"/>
                  </a:cubicBezTo>
                  <a:cubicBezTo>
                    <a:pt x="82830" y="6118"/>
                    <a:pt x="79469" y="11095"/>
                    <a:pt x="79469" y="11095"/>
                  </a:cubicBezTo>
                  <a:lnTo>
                    <a:pt x="88130" y="11095"/>
                  </a:lnTo>
                  <a:cubicBezTo>
                    <a:pt x="88130" y="11095"/>
                    <a:pt x="85403" y="4423"/>
                    <a:pt x="81873" y="3453"/>
                  </a:cubicBezTo>
                  <a:cubicBezTo>
                    <a:pt x="78922" y="2637"/>
                    <a:pt x="33686" y="1"/>
                    <a:pt x="156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63"/>
            <p:cNvSpPr/>
            <p:nvPr/>
          </p:nvSpPr>
          <p:spPr>
            <a:xfrm>
              <a:off x="7254026" y="2424491"/>
              <a:ext cx="241130" cy="422887"/>
            </a:xfrm>
            <a:custGeom>
              <a:avLst/>
              <a:gdLst/>
              <a:ahLst/>
              <a:cxnLst/>
              <a:rect l="l" t="t" r="r" b="b"/>
              <a:pathLst>
                <a:path w="20310" h="35619" extrusionOk="0">
                  <a:moveTo>
                    <a:pt x="6599" y="1"/>
                  </a:moveTo>
                  <a:cubicBezTo>
                    <a:pt x="2939" y="201"/>
                    <a:pt x="0" y="3258"/>
                    <a:pt x="0" y="6971"/>
                  </a:cubicBezTo>
                  <a:lnTo>
                    <a:pt x="0" y="28629"/>
                  </a:lnTo>
                  <a:cubicBezTo>
                    <a:pt x="0" y="32471"/>
                    <a:pt x="3147" y="35618"/>
                    <a:pt x="6989" y="35618"/>
                  </a:cubicBezTo>
                  <a:lnTo>
                    <a:pt x="13320" y="35618"/>
                  </a:lnTo>
                  <a:cubicBezTo>
                    <a:pt x="17163" y="35618"/>
                    <a:pt x="20310" y="32471"/>
                    <a:pt x="20310" y="28629"/>
                  </a:cubicBezTo>
                  <a:lnTo>
                    <a:pt x="20310" y="24043"/>
                  </a:lnTo>
                  <a:cubicBezTo>
                    <a:pt x="19535" y="24849"/>
                    <a:pt x="18467" y="25250"/>
                    <a:pt x="17352" y="25250"/>
                  </a:cubicBezTo>
                  <a:cubicBezTo>
                    <a:pt x="14690" y="25250"/>
                    <a:pt x="11763" y="22964"/>
                    <a:pt x="11949" y="18450"/>
                  </a:cubicBezTo>
                  <a:cubicBezTo>
                    <a:pt x="12241" y="11412"/>
                    <a:pt x="11223" y="5831"/>
                    <a:pt x="9283" y="4423"/>
                  </a:cubicBezTo>
                  <a:cubicBezTo>
                    <a:pt x="8045" y="3520"/>
                    <a:pt x="7111" y="1409"/>
                    <a:pt x="65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63"/>
            <p:cNvSpPr/>
            <p:nvPr/>
          </p:nvSpPr>
          <p:spPr>
            <a:xfrm>
              <a:off x="4913885" y="2508041"/>
              <a:ext cx="2413513" cy="620920"/>
            </a:xfrm>
            <a:custGeom>
              <a:avLst/>
              <a:gdLst/>
              <a:ahLst/>
              <a:cxnLst/>
              <a:rect l="l" t="t" r="r" b="b"/>
              <a:pathLst>
                <a:path w="203286" h="52299" extrusionOk="0">
                  <a:moveTo>
                    <a:pt x="143291" y="1"/>
                  </a:moveTo>
                  <a:cubicBezTo>
                    <a:pt x="142412" y="1"/>
                    <a:pt x="25227" y="11649"/>
                    <a:pt x="23970" y="12235"/>
                  </a:cubicBezTo>
                  <a:cubicBezTo>
                    <a:pt x="22714" y="12814"/>
                    <a:pt x="2911" y="23299"/>
                    <a:pt x="2911" y="23299"/>
                  </a:cubicBezTo>
                  <a:lnTo>
                    <a:pt x="1" y="41802"/>
                  </a:lnTo>
                  <a:lnTo>
                    <a:pt x="5393" y="52299"/>
                  </a:lnTo>
                  <a:cubicBezTo>
                    <a:pt x="5393" y="52299"/>
                    <a:pt x="14606" y="46544"/>
                    <a:pt x="29303" y="46544"/>
                  </a:cubicBezTo>
                  <a:cubicBezTo>
                    <a:pt x="36652" y="46544"/>
                    <a:pt x="45371" y="47983"/>
                    <a:pt x="54995" y="52299"/>
                  </a:cubicBezTo>
                  <a:lnTo>
                    <a:pt x="149390" y="52299"/>
                  </a:lnTo>
                  <a:cubicBezTo>
                    <a:pt x="149390" y="52299"/>
                    <a:pt x="157994" y="45251"/>
                    <a:pt x="172946" y="45251"/>
                  </a:cubicBezTo>
                  <a:cubicBezTo>
                    <a:pt x="180422" y="45251"/>
                    <a:pt x="189485" y="47013"/>
                    <a:pt x="199853" y="52299"/>
                  </a:cubicBezTo>
                  <a:lnTo>
                    <a:pt x="203286" y="37644"/>
                  </a:lnTo>
                  <a:lnTo>
                    <a:pt x="191344" y="11942"/>
                  </a:lnTo>
                  <a:cubicBezTo>
                    <a:pt x="191344" y="11942"/>
                    <a:pt x="144163" y="1"/>
                    <a:pt x="1432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63"/>
            <p:cNvSpPr/>
            <p:nvPr/>
          </p:nvSpPr>
          <p:spPr>
            <a:xfrm>
              <a:off x="5021783" y="2826536"/>
              <a:ext cx="501578" cy="501601"/>
            </a:xfrm>
            <a:custGeom>
              <a:avLst/>
              <a:gdLst/>
              <a:ahLst/>
              <a:cxnLst/>
              <a:rect l="l" t="t" r="r" b="b"/>
              <a:pathLst>
                <a:path w="42247" h="42249" extrusionOk="0">
                  <a:moveTo>
                    <a:pt x="21121" y="1"/>
                  </a:moveTo>
                  <a:cubicBezTo>
                    <a:pt x="9459" y="1"/>
                    <a:pt x="0" y="9461"/>
                    <a:pt x="0" y="21128"/>
                  </a:cubicBezTo>
                  <a:cubicBezTo>
                    <a:pt x="0" y="21707"/>
                    <a:pt x="29" y="22280"/>
                    <a:pt x="73" y="22848"/>
                  </a:cubicBezTo>
                  <a:cubicBezTo>
                    <a:pt x="951" y="33709"/>
                    <a:pt x="10038" y="42249"/>
                    <a:pt x="21121" y="42249"/>
                  </a:cubicBezTo>
                  <a:cubicBezTo>
                    <a:pt x="32209" y="42249"/>
                    <a:pt x="41296" y="33709"/>
                    <a:pt x="42174" y="22848"/>
                  </a:cubicBezTo>
                  <a:cubicBezTo>
                    <a:pt x="42216" y="22280"/>
                    <a:pt x="42247" y="21707"/>
                    <a:pt x="42247" y="21128"/>
                  </a:cubicBezTo>
                  <a:cubicBezTo>
                    <a:pt x="42247" y="9461"/>
                    <a:pt x="32788" y="1"/>
                    <a:pt x="21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63"/>
            <p:cNvSpPr/>
            <p:nvPr/>
          </p:nvSpPr>
          <p:spPr>
            <a:xfrm>
              <a:off x="5112575" y="2917328"/>
              <a:ext cx="319976" cy="320071"/>
            </a:xfrm>
            <a:custGeom>
              <a:avLst/>
              <a:gdLst/>
              <a:ahLst/>
              <a:cxnLst/>
              <a:rect l="l" t="t" r="r" b="b"/>
              <a:pathLst>
                <a:path w="26951" h="26959" extrusionOk="0">
                  <a:moveTo>
                    <a:pt x="13473" y="1"/>
                  </a:moveTo>
                  <a:cubicBezTo>
                    <a:pt x="6031" y="1"/>
                    <a:pt x="0" y="6033"/>
                    <a:pt x="0" y="13480"/>
                  </a:cubicBezTo>
                  <a:cubicBezTo>
                    <a:pt x="0" y="13846"/>
                    <a:pt x="18" y="14212"/>
                    <a:pt x="43" y="14578"/>
                  </a:cubicBezTo>
                  <a:cubicBezTo>
                    <a:pt x="603" y="21506"/>
                    <a:pt x="6404" y="26959"/>
                    <a:pt x="13473" y="26959"/>
                  </a:cubicBezTo>
                  <a:cubicBezTo>
                    <a:pt x="20547" y="26959"/>
                    <a:pt x="26348" y="21506"/>
                    <a:pt x="26908" y="14578"/>
                  </a:cubicBezTo>
                  <a:cubicBezTo>
                    <a:pt x="26933" y="14212"/>
                    <a:pt x="26951" y="13846"/>
                    <a:pt x="26951" y="13480"/>
                  </a:cubicBezTo>
                  <a:cubicBezTo>
                    <a:pt x="26951" y="6033"/>
                    <a:pt x="20919" y="1"/>
                    <a:pt x="13473" y="1"/>
                  </a:cubicBezTo>
                  <a:close/>
                </a:path>
              </a:pathLst>
            </a:custGeom>
            <a:solidFill>
              <a:srgbClr val="E6E6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63"/>
            <p:cNvSpPr/>
            <p:nvPr/>
          </p:nvSpPr>
          <p:spPr>
            <a:xfrm>
              <a:off x="5150136" y="2954913"/>
              <a:ext cx="244847" cy="244894"/>
            </a:xfrm>
            <a:custGeom>
              <a:avLst/>
              <a:gdLst/>
              <a:ahLst/>
              <a:cxnLst/>
              <a:rect l="l" t="t" r="r" b="b"/>
              <a:pathLst>
                <a:path w="20623" h="20627" extrusionOk="0">
                  <a:moveTo>
                    <a:pt x="10309" y="1"/>
                  </a:moveTo>
                  <a:cubicBezTo>
                    <a:pt x="4618" y="1"/>
                    <a:pt x="1" y="4618"/>
                    <a:pt x="1" y="10314"/>
                  </a:cubicBezTo>
                  <a:cubicBezTo>
                    <a:pt x="1" y="10594"/>
                    <a:pt x="13" y="10875"/>
                    <a:pt x="37" y="11156"/>
                  </a:cubicBezTo>
                  <a:cubicBezTo>
                    <a:pt x="465" y="16455"/>
                    <a:pt x="4899" y="20627"/>
                    <a:pt x="10309" y="20627"/>
                  </a:cubicBezTo>
                  <a:cubicBezTo>
                    <a:pt x="15724" y="20627"/>
                    <a:pt x="20158" y="16455"/>
                    <a:pt x="20586" y="11156"/>
                  </a:cubicBezTo>
                  <a:cubicBezTo>
                    <a:pt x="20609" y="10875"/>
                    <a:pt x="20622" y="10594"/>
                    <a:pt x="20622" y="10314"/>
                  </a:cubicBezTo>
                  <a:cubicBezTo>
                    <a:pt x="20622" y="4618"/>
                    <a:pt x="16004" y="1"/>
                    <a:pt x="10309" y="1"/>
                  </a:cubicBezTo>
                  <a:close/>
                </a:path>
              </a:pathLst>
            </a:custGeom>
            <a:solidFill>
              <a:srgbClr val="5354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63"/>
            <p:cNvSpPr/>
            <p:nvPr/>
          </p:nvSpPr>
          <p:spPr>
            <a:xfrm>
              <a:off x="5169545" y="2974310"/>
              <a:ext cx="206023" cy="206035"/>
            </a:xfrm>
            <a:custGeom>
              <a:avLst/>
              <a:gdLst/>
              <a:ahLst/>
              <a:cxnLst/>
              <a:rect l="l" t="t" r="r" b="b"/>
              <a:pathLst>
                <a:path w="17353" h="17354" extrusionOk="0">
                  <a:moveTo>
                    <a:pt x="8674" y="0"/>
                  </a:moveTo>
                  <a:cubicBezTo>
                    <a:pt x="3886" y="0"/>
                    <a:pt x="1" y="3887"/>
                    <a:pt x="1" y="8680"/>
                  </a:cubicBezTo>
                  <a:cubicBezTo>
                    <a:pt x="1" y="8918"/>
                    <a:pt x="13" y="9149"/>
                    <a:pt x="32" y="9387"/>
                  </a:cubicBezTo>
                  <a:cubicBezTo>
                    <a:pt x="390" y="13846"/>
                    <a:pt x="4123" y="17353"/>
                    <a:pt x="8674" y="17353"/>
                  </a:cubicBezTo>
                  <a:cubicBezTo>
                    <a:pt x="13229" y="17353"/>
                    <a:pt x="16961" y="13846"/>
                    <a:pt x="17321" y="9387"/>
                  </a:cubicBezTo>
                  <a:cubicBezTo>
                    <a:pt x="17340" y="9149"/>
                    <a:pt x="17352" y="8918"/>
                    <a:pt x="17352" y="8680"/>
                  </a:cubicBezTo>
                  <a:cubicBezTo>
                    <a:pt x="17352" y="3887"/>
                    <a:pt x="13467" y="0"/>
                    <a:pt x="8674" y="0"/>
                  </a:cubicBezTo>
                  <a:close/>
                </a:path>
              </a:pathLst>
            </a:custGeom>
            <a:solidFill>
              <a:srgbClr val="E6E6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63"/>
            <p:cNvSpPr/>
            <p:nvPr/>
          </p:nvSpPr>
          <p:spPr>
            <a:xfrm>
              <a:off x="5238114" y="3042879"/>
              <a:ext cx="68872" cy="68884"/>
            </a:xfrm>
            <a:custGeom>
              <a:avLst/>
              <a:gdLst/>
              <a:ahLst/>
              <a:cxnLst/>
              <a:rect l="l" t="t" r="r" b="b"/>
              <a:pathLst>
                <a:path w="5801" h="5802" extrusionOk="0">
                  <a:moveTo>
                    <a:pt x="2898" y="0"/>
                  </a:moveTo>
                  <a:cubicBezTo>
                    <a:pt x="1299" y="0"/>
                    <a:pt x="1" y="1300"/>
                    <a:pt x="1" y="2904"/>
                  </a:cubicBezTo>
                  <a:cubicBezTo>
                    <a:pt x="1" y="2984"/>
                    <a:pt x="7" y="3063"/>
                    <a:pt x="13" y="3136"/>
                  </a:cubicBezTo>
                  <a:cubicBezTo>
                    <a:pt x="134" y="4630"/>
                    <a:pt x="1378" y="5801"/>
                    <a:pt x="2898" y="5801"/>
                  </a:cubicBezTo>
                  <a:cubicBezTo>
                    <a:pt x="4421" y="5801"/>
                    <a:pt x="5666" y="4630"/>
                    <a:pt x="5789" y="3136"/>
                  </a:cubicBezTo>
                  <a:cubicBezTo>
                    <a:pt x="5794" y="3063"/>
                    <a:pt x="5800" y="2984"/>
                    <a:pt x="5800" y="2904"/>
                  </a:cubicBezTo>
                  <a:cubicBezTo>
                    <a:pt x="5800" y="1300"/>
                    <a:pt x="4502" y="0"/>
                    <a:pt x="2898" y="0"/>
                  </a:cubicBezTo>
                  <a:close/>
                </a:path>
              </a:pathLst>
            </a:custGeom>
            <a:solidFill>
              <a:srgbClr val="5354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63"/>
            <p:cNvSpPr/>
            <p:nvPr/>
          </p:nvSpPr>
          <p:spPr>
            <a:xfrm>
              <a:off x="5250199" y="3054976"/>
              <a:ext cx="44688" cy="44688"/>
            </a:xfrm>
            <a:custGeom>
              <a:avLst/>
              <a:gdLst/>
              <a:ahLst/>
              <a:cxnLst/>
              <a:rect l="l" t="t" r="r" b="b"/>
              <a:pathLst>
                <a:path w="3764" h="3764" extrusionOk="0">
                  <a:moveTo>
                    <a:pt x="1880" y="0"/>
                  </a:moveTo>
                  <a:cubicBezTo>
                    <a:pt x="842" y="0"/>
                    <a:pt x="0" y="842"/>
                    <a:pt x="0" y="1885"/>
                  </a:cubicBezTo>
                  <a:cubicBezTo>
                    <a:pt x="0" y="1934"/>
                    <a:pt x="7" y="1988"/>
                    <a:pt x="7" y="2038"/>
                  </a:cubicBezTo>
                  <a:cubicBezTo>
                    <a:pt x="86" y="3001"/>
                    <a:pt x="897" y="3763"/>
                    <a:pt x="1880" y="3763"/>
                  </a:cubicBezTo>
                  <a:cubicBezTo>
                    <a:pt x="2868" y="3763"/>
                    <a:pt x="3679" y="3001"/>
                    <a:pt x="3758" y="2038"/>
                  </a:cubicBezTo>
                  <a:cubicBezTo>
                    <a:pt x="3758" y="1988"/>
                    <a:pt x="3763" y="1934"/>
                    <a:pt x="3763" y="1885"/>
                  </a:cubicBezTo>
                  <a:cubicBezTo>
                    <a:pt x="3763" y="842"/>
                    <a:pt x="2922" y="0"/>
                    <a:pt x="1880" y="0"/>
                  </a:cubicBezTo>
                  <a:close/>
                </a:path>
              </a:pathLst>
            </a:custGeom>
            <a:solidFill>
              <a:srgbClr val="E6E6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63"/>
            <p:cNvSpPr/>
            <p:nvPr/>
          </p:nvSpPr>
          <p:spPr>
            <a:xfrm>
              <a:off x="5255505" y="2983689"/>
              <a:ext cx="34074" cy="42622"/>
            </a:xfrm>
            <a:custGeom>
              <a:avLst/>
              <a:gdLst/>
              <a:ahLst/>
              <a:cxnLst/>
              <a:rect l="l" t="t" r="r" b="b"/>
              <a:pathLst>
                <a:path w="2870" h="3590" extrusionOk="0">
                  <a:moveTo>
                    <a:pt x="1335" y="1"/>
                  </a:moveTo>
                  <a:cubicBezTo>
                    <a:pt x="1005" y="1"/>
                    <a:pt x="0" y="74"/>
                    <a:pt x="42" y="961"/>
                  </a:cubicBezTo>
                  <a:cubicBezTo>
                    <a:pt x="96" y="2028"/>
                    <a:pt x="279" y="3590"/>
                    <a:pt x="1438" y="3590"/>
                  </a:cubicBezTo>
                  <a:cubicBezTo>
                    <a:pt x="2590" y="3590"/>
                    <a:pt x="2781" y="2028"/>
                    <a:pt x="2829" y="961"/>
                  </a:cubicBezTo>
                  <a:cubicBezTo>
                    <a:pt x="2869" y="74"/>
                    <a:pt x="1870" y="1"/>
                    <a:pt x="1541" y="1"/>
                  </a:cubicBezTo>
                  <a:cubicBezTo>
                    <a:pt x="1477" y="1"/>
                    <a:pt x="1438" y="4"/>
                    <a:pt x="1438" y="4"/>
                  </a:cubicBezTo>
                  <a:cubicBezTo>
                    <a:pt x="1438" y="4"/>
                    <a:pt x="1400" y="1"/>
                    <a:pt x="1335" y="1"/>
                  </a:cubicBezTo>
                  <a:close/>
                </a:path>
              </a:pathLst>
            </a:custGeom>
            <a:solidFill>
              <a:srgbClr val="5354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63"/>
            <p:cNvSpPr/>
            <p:nvPr/>
          </p:nvSpPr>
          <p:spPr>
            <a:xfrm>
              <a:off x="5300082" y="3004238"/>
              <a:ext cx="52809" cy="40865"/>
            </a:xfrm>
            <a:custGeom>
              <a:avLst/>
              <a:gdLst/>
              <a:ahLst/>
              <a:cxnLst/>
              <a:rect l="l" t="t" r="r" b="b"/>
              <a:pathLst>
                <a:path w="4448" h="3442" extrusionOk="0">
                  <a:moveTo>
                    <a:pt x="2288" y="1"/>
                  </a:moveTo>
                  <a:cubicBezTo>
                    <a:pt x="2087" y="1"/>
                    <a:pt x="1881" y="77"/>
                    <a:pt x="1690" y="285"/>
                  </a:cubicBezTo>
                  <a:cubicBezTo>
                    <a:pt x="971" y="1073"/>
                    <a:pt x="1" y="2310"/>
                    <a:pt x="811" y="3128"/>
                  </a:cubicBezTo>
                  <a:lnTo>
                    <a:pt x="819" y="3128"/>
                  </a:lnTo>
                  <a:lnTo>
                    <a:pt x="819" y="3134"/>
                  </a:lnTo>
                  <a:cubicBezTo>
                    <a:pt x="1039" y="3352"/>
                    <a:pt x="1289" y="3441"/>
                    <a:pt x="1553" y="3441"/>
                  </a:cubicBezTo>
                  <a:cubicBezTo>
                    <a:pt x="2269" y="3441"/>
                    <a:pt x="3085" y="2782"/>
                    <a:pt x="3660" y="2256"/>
                  </a:cubicBezTo>
                  <a:cubicBezTo>
                    <a:pt x="4447" y="1535"/>
                    <a:pt x="3355" y="597"/>
                    <a:pt x="3355" y="597"/>
                  </a:cubicBezTo>
                  <a:lnTo>
                    <a:pt x="3350" y="597"/>
                  </a:lnTo>
                  <a:lnTo>
                    <a:pt x="3355" y="590"/>
                  </a:lnTo>
                  <a:cubicBezTo>
                    <a:pt x="3355" y="590"/>
                    <a:pt x="2845" y="1"/>
                    <a:pt x="2288" y="1"/>
                  </a:cubicBezTo>
                  <a:close/>
                </a:path>
              </a:pathLst>
            </a:custGeom>
            <a:solidFill>
              <a:srgbClr val="5354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63"/>
            <p:cNvSpPr/>
            <p:nvPr/>
          </p:nvSpPr>
          <p:spPr>
            <a:xfrm>
              <a:off x="5325439" y="3061838"/>
              <a:ext cx="43762" cy="33065"/>
            </a:xfrm>
            <a:custGeom>
              <a:avLst/>
              <a:gdLst/>
              <a:ahLst/>
              <a:cxnLst/>
              <a:rect l="l" t="t" r="r" b="b"/>
              <a:pathLst>
                <a:path w="3686" h="2785" extrusionOk="0">
                  <a:moveTo>
                    <a:pt x="2679" y="1"/>
                  </a:moveTo>
                  <a:cubicBezTo>
                    <a:pt x="2662" y="1"/>
                    <a:pt x="2645" y="1"/>
                    <a:pt x="2628" y="2"/>
                  </a:cubicBezTo>
                  <a:cubicBezTo>
                    <a:pt x="1561" y="50"/>
                    <a:pt x="0" y="233"/>
                    <a:pt x="0" y="1392"/>
                  </a:cubicBezTo>
                  <a:cubicBezTo>
                    <a:pt x="0" y="2544"/>
                    <a:pt x="1561" y="2735"/>
                    <a:pt x="2628" y="2783"/>
                  </a:cubicBezTo>
                  <a:cubicBezTo>
                    <a:pt x="2645" y="2784"/>
                    <a:pt x="2662" y="2784"/>
                    <a:pt x="2679" y="2784"/>
                  </a:cubicBezTo>
                  <a:cubicBezTo>
                    <a:pt x="3686" y="2784"/>
                    <a:pt x="3586" y="1392"/>
                    <a:pt x="3586" y="1392"/>
                  </a:cubicBezTo>
                  <a:cubicBezTo>
                    <a:pt x="3586" y="1392"/>
                    <a:pt x="3686" y="1"/>
                    <a:pt x="2679" y="1"/>
                  </a:cubicBezTo>
                  <a:close/>
                </a:path>
              </a:pathLst>
            </a:custGeom>
            <a:solidFill>
              <a:srgbClr val="5354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63"/>
            <p:cNvSpPr/>
            <p:nvPr/>
          </p:nvSpPr>
          <p:spPr>
            <a:xfrm>
              <a:off x="5300676" y="3111875"/>
              <a:ext cx="52785" cy="40841"/>
            </a:xfrm>
            <a:custGeom>
              <a:avLst/>
              <a:gdLst/>
              <a:ahLst/>
              <a:cxnLst/>
              <a:rect l="l" t="t" r="r" b="b"/>
              <a:pathLst>
                <a:path w="4446" h="3440" extrusionOk="0">
                  <a:moveTo>
                    <a:pt x="1555" y="1"/>
                  </a:moveTo>
                  <a:cubicBezTo>
                    <a:pt x="1290" y="1"/>
                    <a:pt x="1038" y="91"/>
                    <a:pt x="817" y="313"/>
                  </a:cubicBezTo>
                  <a:lnTo>
                    <a:pt x="811" y="313"/>
                  </a:lnTo>
                  <a:cubicBezTo>
                    <a:pt x="0" y="1130"/>
                    <a:pt x="969" y="2368"/>
                    <a:pt x="1690" y="3154"/>
                  </a:cubicBezTo>
                  <a:cubicBezTo>
                    <a:pt x="1880" y="3363"/>
                    <a:pt x="2086" y="3439"/>
                    <a:pt x="2287" y="3439"/>
                  </a:cubicBezTo>
                  <a:cubicBezTo>
                    <a:pt x="2843" y="3439"/>
                    <a:pt x="3354" y="2849"/>
                    <a:pt x="3354" y="2849"/>
                  </a:cubicBezTo>
                  <a:cubicBezTo>
                    <a:pt x="3354" y="2849"/>
                    <a:pt x="4446" y="1904"/>
                    <a:pt x="3660" y="1184"/>
                  </a:cubicBezTo>
                  <a:cubicBezTo>
                    <a:pt x="3085" y="659"/>
                    <a:pt x="2271" y="1"/>
                    <a:pt x="1555" y="1"/>
                  </a:cubicBezTo>
                  <a:close/>
                </a:path>
              </a:pathLst>
            </a:custGeom>
            <a:solidFill>
              <a:srgbClr val="5354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63"/>
            <p:cNvSpPr/>
            <p:nvPr/>
          </p:nvSpPr>
          <p:spPr>
            <a:xfrm>
              <a:off x="5256372" y="3131225"/>
              <a:ext cx="34003" cy="42610"/>
            </a:xfrm>
            <a:custGeom>
              <a:avLst/>
              <a:gdLst/>
              <a:ahLst/>
              <a:cxnLst/>
              <a:rect l="l" t="t" r="r" b="b"/>
              <a:pathLst>
                <a:path w="2864" h="3589" extrusionOk="0">
                  <a:moveTo>
                    <a:pt x="1433" y="0"/>
                  </a:moveTo>
                  <a:cubicBezTo>
                    <a:pt x="279" y="0"/>
                    <a:pt x="91" y="1560"/>
                    <a:pt x="42" y="2628"/>
                  </a:cubicBezTo>
                  <a:cubicBezTo>
                    <a:pt x="0" y="3517"/>
                    <a:pt x="1006" y="3589"/>
                    <a:pt x="1332" y="3589"/>
                  </a:cubicBezTo>
                  <a:cubicBezTo>
                    <a:pt x="1395" y="3589"/>
                    <a:pt x="1433" y="3586"/>
                    <a:pt x="1433" y="3586"/>
                  </a:cubicBezTo>
                  <a:cubicBezTo>
                    <a:pt x="1433" y="3586"/>
                    <a:pt x="1470" y="3589"/>
                    <a:pt x="1533" y="3589"/>
                  </a:cubicBezTo>
                  <a:cubicBezTo>
                    <a:pt x="1860" y="3589"/>
                    <a:pt x="2864" y="3517"/>
                    <a:pt x="2823" y="2628"/>
                  </a:cubicBezTo>
                  <a:cubicBezTo>
                    <a:pt x="2774" y="1560"/>
                    <a:pt x="2591" y="0"/>
                    <a:pt x="1433" y="0"/>
                  </a:cubicBezTo>
                  <a:close/>
                </a:path>
              </a:pathLst>
            </a:custGeom>
            <a:solidFill>
              <a:srgbClr val="5354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63"/>
            <p:cNvSpPr/>
            <p:nvPr/>
          </p:nvSpPr>
          <p:spPr>
            <a:xfrm>
              <a:off x="5193074" y="3112457"/>
              <a:ext cx="52797" cy="40841"/>
            </a:xfrm>
            <a:custGeom>
              <a:avLst/>
              <a:gdLst/>
              <a:ahLst/>
              <a:cxnLst/>
              <a:rect l="l" t="t" r="r" b="b"/>
              <a:pathLst>
                <a:path w="4447" h="3440" extrusionOk="0">
                  <a:moveTo>
                    <a:pt x="2892" y="1"/>
                  </a:moveTo>
                  <a:cubicBezTo>
                    <a:pt x="2176" y="1"/>
                    <a:pt x="1361" y="659"/>
                    <a:pt x="787" y="1184"/>
                  </a:cubicBezTo>
                  <a:cubicBezTo>
                    <a:pt x="1" y="1903"/>
                    <a:pt x="1093" y="2849"/>
                    <a:pt x="1093" y="2849"/>
                  </a:cubicBezTo>
                  <a:cubicBezTo>
                    <a:pt x="1093" y="2849"/>
                    <a:pt x="1604" y="3439"/>
                    <a:pt x="2160" y="3439"/>
                  </a:cubicBezTo>
                  <a:cubicBezTo>
                    <a:pt x="2361" y="3439"/>
                    <a:pt x="2567" y="3363"/>
                    <a:pt x="2757" y="3155"/>
                  </a:cubicBezTo>
                  <a:cubicBezTo>
                    <a:pt x="3477" y="2367"/>
                    <a:pt x="4446" y="1129"/>
                    <a:pt x="3629" y="312"/>
                  </a:cubicBezTo>
                  <a:cubicBezTo>
                    <a:pt x="3409" y="91"/>
                    <a:pt x="3157" y="1"/>
                    <a:pt x="2892" y="1"/>
                  </a:cubicBezTo>
                  <a:close/>
                </a:path>
              </a:pathLst>
            </a:custGeom>
            <a:solidFill>
              <a:srgbClr val="5354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63"/>
            <p:cNvSpPr/>
            <p:nvPr/>
          </p:nvSpPr>
          <p:spPr>
            <a:xfrm>
              <a:off x="5176751" y="3062633"/>
              <a:ext cx="43786" cy="33136"/>
            </a:xfrm>
            <a:custGeom>
              <a:avLst/>
              <a:gdLst/>
              <a:ahLst/>
              <a:cxnLst/>
              <a:rect l="l" t="t" r="r" b="b"/>
              <a:pathLst>
                <a:path w="3688" h="2791" extrusionOk="0">
                  <a:moveTo>
                    <a:pt x="1005" y="1"/>
                  </a:moveTo>
                  <a:cubicBezTo>
                    <a:pt x="0" y="1"/>
                    <a:pt x="101" y="1393"/>
                    <a:pt x="101" y="1393"/>
                  </a:cubicBezTo>
                  <a:cubicBezTo>
                    <a:pt x="101" y="1393"/>
                    <a:pt x="0" y="2790"/>
                    <a:pt x="1007" y="2790"/>
                  </a:cubicBezTo>
                  <a:cubicBezTo>
                    <a:pt x="1024" y="2790"/>
                    <a:pt x="1041" y="2790"/>
                    <a:pt x="1058" y="2789"/>
                  </a:cubicBezTo>
                  <a:cubicBezTo>
                    <a:pt x="2125" y="2741"/>
                    <a:pt x="3687" y="2551"/>
                    <a:pt x="3687" y="1393"/>
                  </a:cubicBezTo>
                  <a:cubicBezTo>
                    <a:pt x="3687" y="239"/>
                    <a:pt x="2125" y="50"/>
                    <a:pt x="1058" y="2"/>
                  </a:cubicBezTo>
                  <a:cubicBezTo>
                    <a:pt x="1040" y="1"/>
                    <a:pt x="1022" y="1"/>
                    <a:pt x="1005" y="1"/>
                  </a:cubicBezTo>
                  <a:close/>
                </a:path>
              </a:pathLst>
            </a:custGeom>
            <a:solidFill>
              <a:srgbClr val="5354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63"/>
            <p:cNvSpPr/>
            <p:nvPr/>
          </p:nvSpPr>
          <p:spPr>
            <a:xfrm>
              <a:off x="5192505" y="3004820"/>
              <a:ext cx="52785" cy="40853"/>
            </a:xfrm>
            <a:custGeom>
              <a:avLst/>
              <a:gdLst/>
              <a:ahLst/>
              <a:cxnLst/>
              <a:rect l="l" t="t" r="r" b="b"/>
              <a:pathLst>
                <a:path w="4446" h="3441" extrusionOk="0">
                  <a:moveTo>
                    <a:pt x="2159" y="0"/>
                  </a:moveTo>
                  <a:cubicBezTo>
                    <a:pt x="1602" y="0"/>
                    <a:pt x="1091" y="591"/>
                    <a:pt x="1091" y="591"/>
                  </a:cubicBezTo>
                  <a:lnTo>
                    <a:pt x="1098" y="597"/>
                  </a:lnTo>
                  <a:lnTo>
                    <a:pt x="1091" y="597"/>
                  </a:lnTo>
                  <a:cubicBezTo>
                    <a:pt x="1091" y="597"/>
                    <a:pt x="0" y="1536"/>
                    <a:pt x="786" y="2255"/>
                  </a:cubicBezTo>
                  <a:cubicBezTo>
                    <a:pt x="1362" y="2781"/>
                    <a:pt x="2178" y="3441"/>
                    <a:pt x="2895" y="3441"/>
                  </a:cubicBezTo>
                  <a:cubicBezTo>
                    <a:pt x="3159" y="3441"/>
                    <a:pt x="3409" y="3351"/>
                    <a:pt x="3629" y="3133"/>
                  </a:cubicBezTo>
                  <a:lnTo>
                    <a:pt x="3623" y="3127"/>
                  </a:lnTo>
                  <a:lnTo>
                    <a:pt x="3629" y="3127"/>
                  </a:lnTo>
                  <a:cubicBezTo>
                    <a:pt x="4446" y="2311"/>
                    <a:pt x="3477" y="1072"/>
                    <a:pt x="2757" y="285"/>
                  </a:cubicBezTo>
                  <a:cubicBezTo>
                    <a:pt x="2566" y="77"/>
                    <a:pt x="2360" y="0"/>
                    <a:pt x="2159" y="0"/>
                  </a:cubicBezTo>
                  <a:close/>
                </a:path>
              </a:pathLst>
            </a:custGeom>
            <a:solidFill>
              <a:srgbClr val="5354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63"/>
            <p:cNvSpPr/>
            <p:nvPr/>
          </p:nvSpPr>
          <p:spPr>
            <a:xfrm>
              <a:off x="6730335" y="2826536"/>
              <a:ext cx="501589" cy="501601"/>
            </a:xfrm>
            <a:custGeom>
              <a:avLst/>
              <a:gdLst/>
              <a:ahLst/>
              <a:cxnLst/>
              <a:rect l="l" t="t" r="r" b="b"/>
              <a:pathLst>
                <a:path w="42248" h="42249" extrusionOk="0">
                  <a:moveTo>
                    <a:pt x="21127" y="1"/>
                  </a:moveTo>
                  <a:cubicBezTo>
                    <a:pt x="9460" y="1"/>
                    <a:pt x="1" y="9461"/>
                    <a:pt x="1" y="21128"/>
                  </a:cubicBezTo>
                  <a:cubicBezTo>
                    <a:pt x="1" y="21707"/>
                    <a:pt x="30" y="22280"/>
                    <a:pt x="74" y="22848"/>
                  </a:cubicBezTo>
                  <a:cubicBezTo>
                    <a:pt x="952" y="33709"/>
                    <a:pt x="10039" y="42249"/>
                    <a:pt x="21127" y="42249"/>
                  </a:cubicBezTo>
                  <a:cubicBezTo>
                    <a:pt x="32209" y="42249"/>
                    <a:pt x="41296" y="33709"/>
                    <a:pt x="42175" y="22848"/>
                  </a:cubicBezTo>
                  <a:cubicBezTo>
                    <a:pt x="42217" y="22280"/>
                    <a:pt x="42248" y="21707"/>
                    <a:pt x="42248" y="21128"/>
                  </a:cubicBezTo>
                  <a:cubicBezTo>
                    <a:pt x="42248" y="9461"/>
                    <a:pt x="32789" y="1"/>
                    <a:pt x="21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63"/>
            <p:cNvSpPr/>
            <p:nvPr/>
          </p:nvSpPr>
          <p:spPr>
            <a:xfrm>
              <a:off x="6821127" y="2917328"/>
              <a:ext cx="319988" cy="320071"/>
            </a:xfrm>
            <a:custGeom>
              <a:avLst/>
              <a:gdLst/>
              <a:ahLst/>
              <a:cxnLst/>
              <a:rect l="l" t="t" r="r" b="b"/>
              <a:pathLst>
                <a:path w="26952" h="26959" extrusionOk="0">
                  <a:moveTo>
                    <a:pt x="13479" y="1"/>
                  </a:moveTo>
                  <a:cubicBezTo>
                    <a:pt x="6032" y="1"/>
                    <a:pt x="1" y="6033"/>
                    <a:pt x="1" y="13480"/>
                  </a:cubicBezTo>
                  <a:cubicBezTo>
                    <a:pt x="1" y="13846"/>
                    <a:pt x="19" y="14212"/>
                    <a:pt x="43" y="14578"/>
                  </a:cubicBezTo>
                  <a:cubicBezTo>
                    <a:pt x="604" y="21506"/>
                    <a:pt x="6405" y="26959"/>
                    <a:pt x="13479" y="26959"/>
                  </a:cubicBezTo>
                  <a:cubicBezTo>
                    <a:pt x="20548" y="26959"/>
                    <a:pt x="26349" y="21506"/>
                    <a:pt x="26909" y="14578"/>
                  </a:cubicBezTo>
                  <a:cubicBezTo>
                    <a:pt x="26934" y="14212"/>
                    <a:pt x="26952" y="13846"/>
                    <a:pt x="26952" y="13480"/>
                  </a:cubicBezTo>
                  <a:cubicBezTo>
                    <a:pt x="26952" y="6033"/>
                    <a:pt x="20920" y="1"/>
                    <a:pt x="13479" y="1"/>
                  </a:cubicBezTo>
                  <a:close/>
                </a:path>
              </a:pathLst>
            </a:custGeom>
            <a:solidFill>
              <a:srgbClr val="E6E6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63"/>
            <p:cNvSpPr/>
            <p:nvPr/>
          </p:nvSpPr>
          <p:spPr>
            <a:xfrm>
              <a:off x="6858700" y="2954913"/>
              <a:ext cx="244835" cy="244894"/>
            </a:xfrm>
            <a:custGeom>
              <a:avLst/>
              <a:gdLst/>
              <a:ahLst/>
              <a:cxnLst/>
              <a:rect l="l" t="t" r="r" b="b"/>
              <a:pathLst>
                <a:path w="20622" h="20627" extrusionOk="0">
                  <a:moveTo>
                    <a:pt x="10314" y="1"/>
                  </a:moveTo>
                  <a:cubicBezTo>
                    <a:pt x="4617" y="1"/>
                    <a:pt x="1" y="4618"/>
                    <a:pt x="1" y="10314"/>
                  </a:cubicBezTo>
                  <a:cubicBezTo>
                    <a:pt x="1" y="10594"/>
                    <a:pt x="12" y="10875"/>
                    <a:pt x="37" y="11156"/>
                  </a:cubicBezTo>
                  <a:cubicBezTo>
                    <a:pt x="465" y="16455"/>
                    <a:pt x="4898" y="20627"/>
                    <a:pt x="10314" y="20627"/>
                  </a:cubicBezTo>
                  <a:cubicBezTo>
                    <a:pt x="15724" y="20627"/>
                    <a:pt x="20158" y="16455"/>
                    <a:pt x="20585" y="11156"/>
                  </a:cubicBezTo>
                  <a:cubicBezTo>
                    <a:pt x="20609" y="10875"/>
                    <a:pt x="20622" y="10594"/>
                    <a:pt x="20622" y="10314"/>
                  </a:cubicBezTo>
                  <a:cubicBezTo>
                    <a:pt x="20622" y="4618"/>
                    <a:pt x="16004" y="1"/>
                    <a:pt x="10314" y="1"/>
                  </a:cubicBezTo>
                  <a:close/>
                </a:path>
              </a:pathLst>
            </a:custGeom>
            <a:solidFill>
              <a:srgbClr val="5354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63"/>
            <p:cNvSpPr/>
            <p:nvPr/>
          </p:nvSpPr>
          <p:spPr>
            <a:xfrm>
              <a:off x="6878109" y="2974310"/>
              <a:ext cx="206012" cy="206035"/>
            </a:xfrm>
            <a:custGeom>
              <a:avLst/>
              <a:gdLst/>
              <a:ahLst/>
              <a:cxnLst/>
              <a:rect l="l" t="t" r="r" b="b"/>
              <a:pathLst>
                <a:path w="17352" h="17354" extrusionOk="0">
                  <a:moveTo>
                    <a:pt x="8679" y="0"/>
                  </a:moveTo>
                  <a:cubicBezTo>
                    <a:pt x="3885" y="0"/>
                    <a:pt x="1" y="3887"/>
                    <a:pt x="1" y="8680"/>
                  </a:cubicBezTo>
                  <a:cubicBezTo>
                    <a:pt x="1" y="8918"/>
                    <a:pt x="12" y="9149"/>
                    <a:pt x="31" y="9387"/>
                  </a:cubicBezTo>
                  <a:cubicBezTo>
                    <a:pt x="390" y="13846"/>
                    <a:pt x="4123" y="17353"/>
                    <a:pt x="8679" y="17353"/>
                  </a:cubicBezTo>
                  <a:cubicBezTo>
                    <a:pt x="13229" y="17353"/>
                    <a:pt x="16961" y="13846"/>
                    <a:pt x="17321" y="9387"/>
                  </a:cubicBezTo>
                  <a:cubicBezTo>
                    <a:pt x="17340" y="9149"/>
                    <a:pt x="17352" y="8918"/>
                    <a:pt x="17352" y="8680"/>
                  </a:cubicBezTo>
                  <a:cubicBezTo>
                    <a:pt x="17352" y="3887"/>
                    <a:pt x="13467" y="0"/>
                    <a:pt x="8679" y="0"/>
                  </a:cubicBezTo>
                  <a:close/>
                </a:path>
              </a:pathLst>
            </a:custGeom>
            <a:solidFill>
              <a:srgbClr val="E6E6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63"/>
            <p:cNvSpPr/>
            <p:nvPr/>
          </p:nvSpPr>
          <p:spPr>
            <a:xfrm>
              <a:off x="6946678" y="3042879"/>
              <a:ext cx="68860" cy="68884"/>
            </a:xfrm>
            <a:custGeom>
              <a:avLst/>
              <a:gdLst/>
              <a:ahLst/>
              <a:cxnLst/>
              <a:rect l="l" t="t" r="r" b="b"/>
              <a:pathLst>
                <a:path w="5800" h="5802" extrusionOk="0">
                  <a:moveTo>
                    <a:pt x="2903" y="0"/>
                  </a:moveTo>
                  <a:cubicBezTo>
                    <a:pt x="1299" y="0"/>
                    <a:pt x="1" y="1300"/>
                    <a:pt x="1" y="2904"/>
                  </a:cubicBezTo>
                  <a:cubicBezTo>
                    <a:pt x="1" y="2984"/>
                    <a:pt x="6" y="3063"/>
                    <a:pt x="12" y="3136"/>
                  </a:cubicBezTo>
                  <a:cubicBezTo>
                    <a:pt x="134" y="4630"/>
                    <a:pt x="1378" y="5801"/>
                    <a:pt x="2903" y="5801"/>
                  </a:cubicBezTo>
                  <a:cubicBezTo>
                    <a:pt x="4421" y="5801"/>
                    <a:pt x="5665" y="4630"/>
                    <a:pt x="5788" y="3136"/>
                  </a:cubicBezTo>
                  <a:cubicBezTo>
                    <a:pt x="5794" y="3063"/>
                    <a:pt x="5800" y="2984"/>
                    <a:pt x="5800" y="2904"/>
                  </a:cubicBezTo>
                  <a:cubicBezTo>
                    <a:pt x="5800" y="1300"/>
                    <a:pt x="4502" y="0"/>
                    <a:pt x="2903" y="0"/>
                  </a:cubicBezTo>
                  <a:close/>
                </a:path>
              </a:pathLst>
            </a:custGeom>
            <a:solidFill>
              <a:srgbClr val="5354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63"/>
            <p:cNvSpPr/>
            <p:nvPr/>
          </p:nvSpPr>
          <p:spPr>
            <a:xfrm>
              <a:off x="6958751" y="3054976"/>
              <a:ext cx="44700" cy="44688"/>
            </a:xfrm>
            <a:custGeom>
              <a:avLst/>
              <a:gdLst/>
              <a:ahLst/>
              <a:cxnLst/>
              <a:rect l="l" t="t" r="r" b="b"/>
              <a:pathLst>
                <a:path w="3765" h="3764" extrusionOk="0">
                  <a:moveTo>
                    <a:pt x="1886" y="0"/>
                  </a:moveTo>
                  <a:cubicBezTo>
                    <a:pt x="843" y="0"/>
                    <a:pt x="1" y="842"/>
                    <a:pt x="1" y="1885"/>
                  </a:cubicBezTo>
                  <a:cubicBezTo>
                    <a:pt x="1" y="1934"/>
                    <a:pt x="8" y="1988"/>
                    <a:pt x="8" y="2038"/>
                  </a:cubicBezTo>
                  <a:cubicBezTo>
                    <a:pt x="87" y="3001"/>
                    <a:pt x="898" y="3763"/>
                    <a:pt x="1886" y="3763"/>
                  </a:cubicBezTo>
                  <a:cubicBezTo>
                    <a:pt x="2868" y="3763"/>
                    <a:pt x="3679" y="3001"/>
                    <a:pt x="3758" y="2038"/>
                  </a:cubicBezTo>
                  <a:cubicBezTo>
                    <a:pt x="3758" y="1988"/>
                    <a:pt x="3764" y="1934"/>
                    <a:pt x="3764" y="1885"/>
                  </a:cubicBezTo>
                  <a:cubicBezTo>
                    <a:pt x="3764" y="842"/>
                    <a:pt x="2923" y="0"/>
                    <a:pt x="1886" y="0"/>
                  </a:cubicBezTo>
                  <a:close/>
                </a:path>
              </a:pathLst>
            </a:custGeom>
            <a:solidFill>
              <a:srgbClr val="E6E6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63"/>
            <p:cNvSpPr/>
            <p:nvPr/>
          </p:nvSpPr>
          <p:spPr>
            <a:xfrm>
              <a:off x="6964081" y="2983689"/>
              <a:ext cx="34062" cy="42622"/>
            </a:xfrm>
            <a:custGeom>
              <a:avLst/>
              <a:gdLst/>
              <a:ahLst/>
              <a:cxnLst/>
              <a:rect l="l" t="t" r="r" b="b"/>
              <a:pathLst>
                <a:path w="2869" h="3590" extrusionOk="0">
                  <a:moveTo>
                    <a:pt x="1334" y="1"/>
                  </a:moveTo>
                  <a:cubicBezTo>
                    <a:pt x="1004" y="1"/>
                    <a:pt x="0" y="74"/>
                    <a:pt x="47" y="961"/>
                  </a:cubicBezTo>
                  <a:cubicBezTo>
                    <a:pt x="95" y="2028"/>
                    <a:pt x="278" y="3590"/>
                    <a:pt x="1437" y="3590"/>
                  </a:cubicBezTo>
                  <a:cubicBezTo>
                    <a:pt x="2589" y="3590"/>
                    <a:pt x="2779" y="2028"/>
                    <a:pt x="2828" y="961"/>
                  </a:cubicBezTo>
                  <a:cubicBezTo>
                    <a:pt x="2868" y="74"/>
                    <a:pt x="1869" y="1"/>
                    <a:pt x="1540" y="1"/>
                  </a:cubicBezTo>
                  <a:cubicBezTo>
                    <a:pt x="1476" y="1"/>
                    <a:pt x="1437" y="4"/>
                    <a:pt x="1437" y="4"/>
                  </a:cubicBezTo>
                  <a:cubicBezTo>
                    <a:pt x="1437" y="4"/>
                    <a:pt x="1398" y="1"/>
                    <a:pt x="1334" y="1"/>
                  </a:cubicBezTo>
                  <a:close/>
                </a:path>
              </a:pathLst>
            </a:custGeom>
            <a:solidFill>
              <a:srgbClr val="5354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63"/>
            <p:cNvSpPr/>
            <p:nvPr/>
          </p:nvSpPr>
          <p:spPr>
            <a:xfrm>
              <a:off x="7008646" y="3004238"/>
              <a:ext cx="52809" cy="40865"/>
            </a:xfrm>
            <a:custGeom>
              <a:avLst/>
              <a:gdLst/>
              <a:ahLst/>
              <a:cxnLst/>
              <a:rect l="l" t="t" r="r" b="b"/>
              <a:pathLst>
                <a:path w="4448" h="3442" extrusionOk="0">
                  <a:moveTo>
                    <a:pt x="2288" y="1"/>
                  </a:moveTo>
                  <a:cubicBezTo>
                    <a:pt x="2087" y="1"/>
                    <a:pt x="1880" y="77"/>
                    <a:pt x="1690" y="285"/>
                  </a:cubicBezTo>
                  <a:cubicBezTo>
                    <a:pt x="971" y="1073"/>
                    <a:pt x="0" y="2310"/>
                    <a:pt x="811" y="3128"/>
                  </a:cubicBezTo>
                  <a:lnTo>
                    <a:pt x="819" y="3128"/>
                  </a:lnTo>
                  <a:lnTo>
                    <a:pt x="819" y="3134"/>
                  </a:lnTo>
                  <a:cubicBezTo>
                    <a:pt x="1038" y="3352"/>
                    <a:pt x="1289" y="3441"/>
                    <a:pt x="1552" y="3441"/>
                  </a:cubicBezTo>
                  <a:cubicBezTo>
                    <a:pt x="2269" y="3441"/>
                    <a:pt x="3085" y="2782"/>
                    <a:pt x="3660" y="2256"/>
                  </a:cubicBezTo>
                  <a:cubicBezTo>
                    <a:pt x="4447" y="1535"/>
                    <a:pt x="3355" y="597"/>
                    <a:pt x="3355" y="597"/>
                  </a:cubicBezTo>
                  <a:lnTo>
                    <a:pt x="3349" y="597"/>
                  </a:lnTo>
                  <a:lnTo>
                    <a:pt x="3355" y="590"/>
                  </a:lnTo>
                  <a:cubicBezTo>
                    <a:pt x="3355" y="590"/>
                    <a:pt x="2844" y="1"/>
                    <a:pt x="2288" y="1"/>
                  </a:cubicBezTo>
                  <a:close/>
                </a:path>
              </a:pathLst>
            </a:custGeom>
            <a:solidFill>
              <a:srgbClr val="5354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63"/>
            <p:cNvSpPr/>
            <p:nvPr/>
          </p:nvSpPr>
          <p:spPr>
            <a:xfrm>
              <a:off x="7033991" y="3061838"/>
              <a:ext cx="43774" cy="33065"/>
            </a:xfrm>
            <a:custGeom>
              <a:avLst/>
              <a:gdLst/>
              <a:ahLst/>
              <a:cxnLst/>
              <a:rect l="l" t="t" r="r" b="b"/>
              <a:pathLst>
                <a:path w="3687" h="2785" extrusionOk="0">
                  <a:moveTo>
                    <a:pt x="2680" y="1"/>
                  </a:moveTo>
                  <a:cubicBezTo>
                    <a:pt x="2663" y="1"/>
                    <a:pt x="2646" y="1"/>
                    <a:pt x="2628" y="2"/>
                  </a:cubicBezTo>
                  <a:cubicBezTo>
                    <a:pt x="1561" y="50"/>
                    <a:pt x="1" y="233"/>
                    <a:pt x="1" y="1392"/>
                  </a:cubicBezTo>
                  <a:cubicBezTo>
                    <a:pt x="1" y="2544"/>
                    <a:pt x="1561" y="2735"/>
                    <a:pt x="2628" y="2783"/>
                  </a:cubicBezTo>
                  <a:cubicBezTo>
                    <a:pt x="2646" y="2784"/>
                    <a:pt x="2663" y="2784"/>
                    <a:pt x="2680" y="2784"/>
                  </a:cubicBezTo>
                  <a:cubicBezTo>
                    <a:pt x="3686" y="2784"/>
                    <a:pt x="3587" y="1392"/>
                    <a:pt x="3587" y="1392"/>
                  </a:cubicBezTo>
                  <a:cubicBezTo>
                    <a:pt x="3587" y="1392"/>
                    <a:pt x="3686" y="1"/>
                    <a:pt x="2680" y="1"/>
                  </a:cubicBezTo>
                  <a:close/>
                </a:path>
              </a:pathLst>
            </a:custGeom>
            <a:solidFill>
              <a:srgbClr val="5354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63"/>
            <p:cNvSpPr/>
            <p:nvPr/>
          </p:nvSpPr>
          <p:spPr>
            <a:xfrm>
              <a:off x="7009240" y="3111875"/>
              <a:ext cx="52785" cy="40841"/>
            </a:xfrm>
            <a:custGeom>
              <a:avLst/>
              <a:gdLst/>
              <a:ahLst/>
              <a:cxnLst/>
              <a:rect l="l" t="t" r="r" b="b"/>
              <a:pathLst>
                <a:path w="4446" h="3440" extrusionOk="0">
                  <a:moveTo>
                    <a:pt x="1555" y="1"/>
                  </a:moveTo>
                  <a:cubicBezTo>
                    <a:pt x="1290" y="1"/>
                    <a:pt x="1038" y="91"/>
                    <a:pt x="817" y="313"/>
                  </a:cubicBezTo>
                  <a:lnTo>
                    <a:pt x="811" y="313"/>
                  </a:lnTo>
                  <a:cubicBezTo>
                    <a:pt x="0" y="1130"/>
                    <a:pt x="969" y="2368"/>
                    <a:pt x="1689" y="3154"/>
                  </a:cubicBezTo>
                  <a:cubicBezTo>
                    <a:pt x="1880" y="3363"/>
                    <a:pt x="2086" y="3439"/>
                    <a:pt x="2287" y="3439"/>
                  </a:cubicBezTo>
                  <a:cubicBezTo>
                    <a:pt x="2843" y="3439"/>
                    <a:pt x="3354" y="2849"/>
                    <a:pt x="3354" y="2849"/>
                  </a:cubicBezTo>
                  <a:cubicBezTo>
                    <a:pt x="3354" y="2849"/>
                    <a:pt x="4446" y="1904"/>
                    <a:pt x="3660" y="1184"/>
                  </a:cubicBezTo>
                  <a:cubicBezTo>
                    <a:pt x="3085" y="659"/>
                    <a:pt x="2270" y="1"/>
                    <a:pt x="1555" y="1"/>
                  </a:cubicBezTo>
                  <a:close/>
                </a:path>
              </a:pathLst>
            </a:custGeom>
            <a:solidFill>
              <a:srgbClr val="5354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63"/>
            <p:cNvSpPr/>
            <p:nvPr/>
          </p:nvSpPr>
          <p:spPr>
            <a:xfrm>
              <a:off x="6964936" y="3131225"/>
              <a:ext cx="34003" cy="42610"/>
            </a:xfrm>
            <a:custGeom>
              <a:avLst/>
              <a:gdLst/>
              <a:ahLst/>
              <a:cxnLst/>
              <a:rect l="l" t="t" r="r" b="b"/>
              <a:pathLst>
                <a:path w="2864" h="3589" extrusionOk="0">
                  <a:moveTo>
                    <a:pt x="1433" y="0"/>
                  </a:moveTo>
                  <a:cubicBezTo>
                    <a:pt x="279" y="0"/>
                    <a:pt x="90" y="1560"/>
                    <a:pt x="42" y="2628"/>
                  </a:cubicBezTo>
                  <a:cubicBezTo>
                    <a:pt x="0" y="3517"/>
                    <a:pt x="1005" y="3589"/>
                    <a:pt x="1332" y="3589"/>
                  </a:cubicBezTo>
                  <a:cubicBezTo>
                    <a:pt x="1395" y="3589"/>
                    <a:pt x="1433" y="3586"/>
                    <a:pt x="1433" y="3586"/>
                  </a:cubicBezTo>
                  <a:cubicBezTo>
                    <a:pt x="1433" y="3586"/>
                    <a:pt x="1470" y="3589"/>
                    <a:pt x="1533" y="3589"/>
                  </a:cubicBezTo>
                  <a:cubicBezTo>
                    <a:pt x="1859" y="3589"/>
                    <a:pt x="2864" y="3517"/>
                    <a:pt x="2823" y="2628"/>
                  </a:cubicBezTo>
                  <a:cubicBezTo>
                    <a:pt x="2773" y="1560"/>
                    <a:pt x="2590" y="0"/>
                    <a:pt x="1433" y="0"/>
                  </a:cubicBezTo>
                  <a:close/>
                </a:path>
              </a:pathLst>
            </a:custGeom>
            <a:solidFill>
              <a:srgbClr val="5354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63"/>
            <p:cNvSpPr/>
            <p:nvPr/>
          </p:nvSpPr>
          <p:spPr>
            <a:xfrm>
              <a:off x="6901638" y="3112457"/>
              <a:ext cx="52785" cy="40841"/>
            </a:xfrm>
            <a:custGeom>
              <a:avLst/>
              <a:gdLst/>
              <a:ahLst/>
              <a:cxnLst/>
              <a:rect l="l" t="t" r="r" b="b"/>
              <a:pathLst>
                <a:path w="4446" h="3440" extrusionOk="0">
                  <a:moveTo>
                    <a:pt x="2892" y="1"/>
                  </a:moveTo>
                  <a:cubicBezTo>
                    <a:pt x="2176" y="1"/>
                    <a:pt x="1361" y="659"/>
                    <a:pt x="787" y="1184"/>
                  </a:cubicBezTo>
                  <a:cubicBezTo>
                    <a:pt x="1" y="1903"/>
                    <a:pt x="1093" y="2849"/>
                    <a:pt x="1093" y="2849"/>
                  </a:cubicBezTo>
                  <a:cubicBezTo>
                    <a:pt x="1093" y="2849"/>
                    <a:pt x="1604" y="3439"/>
                    <a:pt x="2160" y="3439"/>
                  </a:cubicBezTo>
                  <a:cubicBezTo>
                    <a:pt x="2360" y="3439"/>
                    <a:pt x="2567" y="3363"/>
                    <a:pt x="2757" y="3155"/>
                  </a:cubicBezTo>
                  <a:cubicBezTo>
                    <a:pt x="3477" y="2367"/>
                    <a:pt x="4446" y="1129"/>
                    <a:pt x="3635" y="312"/>
                  </a:cubicBezTo>
                  <a:lnTo>
                    <a:pt x="3635" y="312"/>
                  </a:lnTo>
                  <a:lnTo>
                    <a:pt x="3629" y="318"/>
                  </a:lnTo>
                  <a:lnTo>
                    <a:pt x="3629" y="312"/>
                  </a:lnTo>
                  <a:cubicBezTo>
                    <a:pt x="3408" y="91"/>
                    <a:pt x="3157" y="1"/>
                    <a:pt x="2892" y="1"/>
                  </a:cubicBezTo>
                  <a:close/>
                </a:path>
              </a:pathLst>
            </a:custGeom>
            <a:solidFill>
              <a:srgbClr val="5354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63"/>
            <p:cNvSpPr/>
            <p:nvPr/>
          </p:nvSpPr>
          <p:spPr>
            <a:xfrm>
              <a:off x="6885315" y="3062633"/>
              <a:ext cx="43774" cy="33136"/>
            </a:xfrm>
            <a:custGeom>
              <a:avLst/>
              <a:gdLst/>
              <a:ahLst/>
              <a:cxnLst/>
              <a:rect l="l" t="t" r="r" b="b"/>
              <a:pathLst>
                <a:path w="3687" h="2791" extrusionOk="0">
                  <a:moveTo>
                    <a:pt x="1005" y="1"/>
                  </a:moveTo>
                  <a:cubicBezTo>
                    <a:pt x="0" y="1"/>
                    <a:pt x="101" y="1393"/>
                    <a:pt x="101" y="1393"/>
                  </a:cubicBezTo>
                  <a:cubicBezTo>
                    <a:pt x="101" y="1393"/>
                    <a:pt x="0" y="2790"/>
                    <a:pt x="1007" y="2790"/>
                  </a:cubicBezTo>
                  <a:cubicBezTo>
                    <a:pt x="1023" y="2790"/>
                    <a:pt x="1040" y="2790"/>
                    <a:pt x="1058" y="2789"/>
                  </a:cubicBezTo>
                  <a:cubicBezTo>
                    <a:pt x="2125" y="2741"/>
                    <a:pt x="3687" y="2551"/>
                    <a:pt x="3687" y="1393"/>
                  </a:cubicBezTo>
                  <a:cubicBezTo>
                    <a:pt x="3687" y="239"/>
                    <a:pt x="2125" y="50"/>
                    <a:pt x="1058" y="2"/>
                  </a:cubicBezTo>
                  <a:cubicBezTo>
                    <a:pt x="1040" y="1"/>
                    <a:pt x="1022" y="1"/>
                    <a:pt x="1005" y="1"/>
                  </a:cubicBezTo>
                  <a:close/>
                </a:path>
              </a:pathLst>
            </a:custGeom>
            <a:solidFill>
              <a:srgbClr val="5354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63"/>
            <p:cNvSpPr/>
            <p:nvPr/>
          </p:nvSpPr>
          <p:spPr>
            <a:xfrm>
              <a:off x="6901068" y="3004820"/>
              <a:ext cx="52785" cy="40853"/>
            </a:xfrm>
            <a:custGeom>
              <a:avLst/>
              <a:gdLst/>
              <a:ahLst/>
              <a:cxnLst/>
              <a:rect l="l" t="t" r="r" b="b"/>
              <a:pathLst>
                <a:path w="4446" h="3441" extrusionOk="0">
                  <a:moveTo>
                    <a:pt x="2159" y="0"/>
                  </a:moveTo>
                  <a:cubicBezTo>
                    <a:pt x="1602" y="0"/>
                    <a:pt x="1091" y="591"/>
                    <a:pt x="1091" y="591"/>
                  </a:cubicBezTo>
                  <a:lnTo>
                    <a:pt x="1098" y="597"/>
                  </a:lnTo>
                  <a:lnTo>
                    <a:pt x="1091" y="597"/>
                  </a:lnTo>
                  <a:cubicBezTo>
                    <a:pt x="1091" y="597"/>
                    <a:pt x="0" y="1536"/>
                    <a:pt x="786" y="2255"/>
                  </a:cubicBezTo>
                  <a:cubicBezTo>
                    <a:pt x="1362" y="2781"/>
                    <a:pt x="2178" y="3441"/>
                    <a:pt x="2894" y="3441"/>
                  </a:cubicBezTo>
                  <a:cubicBezTo>
                    <a:pt x="3158" y="3441"/>
                    <a:pt x="3409" y="3351"/>
                    <a:pt x="3629" y="3133"/>
                  </a:cubicBezTo>
                  <a:lnTo>
                    <a:pt x="3623" y="3127"/>
                  </a:lnTo>
                  <a:lnTo>
                    <a:pt x="3635" y="3127"/>
                  </a:lnTo>
                  <a:cubicBezTo>
                    <a:pt x="4446" y="2311"/>
                    <a:pt x="3477" y="1072"/>
                    <a:pt x="2756" y="285"/>
                  </a:cubicBezTo>
                  <a:cubicBezTo>
                    <a:pt x="2566" y="77"/>
                    <a:pt x="2360" y="0"/>
                    <a:pt x="2159" y="0"/>
                  </a:cubicBezTo>
                  <a:close/>
                </a:path>
              </a:pathLst>
            </a:custGeom>
            <a:solidFill>
              <a:srgbClr val="5354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63"/>
            <p:cNvSpPr/>
            <p:nvPr/>
          </p:nvSpPr>
          <p:spPr>
            <a:xfrm>
              <a:off x="4829101" y="1980884"/>
              <a:ext cx="2584489" cy="1152547"/>
            </a:xfrm>
            <a:custGeom>
              <a:avLst/>
              <a:gdLst/>
              <a:ahLst/>
              <a:cxnLst/>
              <a:rect l="l" t="t" r="r" b="b"/>
              <a:pathLst>
                <a:path w="217687" h="97077" extrusionOk="0">
                  <a:moveTo>
                    <a:pt x="117510" y="1"/>
                  </a:moveTo>
                  <a:cubicBezTo>
                    <a:pt x="96127" y="1"/>
                    <a:pt x="87686" y="5532"/>
                    <a:pt x="83185" y="9899"/>
                  </a:cubicBezTo>
                  <a:cubicBezTo>
                    <a:pt x="78678" y="14272"/>
                    <a:pt x="65175" y="28829"/>
                    <a:pt x="62076" y="32618"/>
                  </a:cubicBezTo>
                  <a:cubicBezTo>
                    <a:pt x="58984" y="36404"/>
                    <a:pt x="55606" y="39314"/>
                    <a:pt x="49976" y="39607"/>
                  </a:cubicBezTo>
                  <a:cubicBezTo>
                    <a:pt x="44353" y="39900"/>
                    <a:pt x="24372" y="43101"/>
                    <a:pt x="17054" y="43973"/>
                  </a:cubicBezTo>
                  <a:cubicBezTo>
                    <a:pt x="9741" y="44852"/>
                    <a:pt x="6923" y="48634"/>
                    <a:pt x="6362" y="51841"/>
                  </a:cubicBezTo>
                  <a:cubicBezTo>
                    <a:pt x="5802" y="55044"/>
                    <a:pt x="4953" y="59410"/>
                    <a:pt x="4953" y="59410"/>
                  </a:cubicBezTo>
                  <a:cubicBezTo>
                    <a:pt x="4953" y="59410"/>
                    <a:pt x="1690" y="60575"/>
                    <a:pt x="1513" y="64069"/>
                  </a:cubicBezTo>
                  <a:cubicBezTo>
                    <a:pt x="1330" y="67565"/>
                    <a:pt x="1" y="74554"/>
                    <a:pt x="1513" y="76012"/>
                  </a:cubicBezTo>
                  <a:cubicBezTo>
                    <a:pt x="3021" y="77470"/>
                    <a:pt x="3379" y="81836"/>
                    <a:pt x="2258" y="83294"/>
                  </a:cubicBezTo>
                  <a:cubicBezTo>
                    <a:pt x="1129" y="84752"/>
                    <a:pt x="1411" y="86203"/>
                    <a:pt x="2258" y="88533"/>
                  </a:cubicBezTo>
                  <a:cubicBezTo>
                    <a:pt x="3100" y="90863"/>
                    <a:pt x="5912" y="96687"/>
                    <a:pt x="9009" y="96687"/>
                  </a:cubicBezTo>
                  <a:cubicBezTo>
                    <a:pt x="9234" y="96687"/>
                    <a:pt x="10461" y="96693"/>
                    <a:pt x="12535" y="96705"/>
                  </a:cubicBezTo>
                  <a:cubicBezTo>
                    <a:pt x="12406" y="95950"/>
                    <a:pt x="12302" y="95187"/>
                    <a:pt x="12242" y="94413"/>
                  </a:cubicBezTo>
                  <a:cubicBezTo>
                    <a:pt x="12181" y="93674"/>
                    <a:pt x="12150" y="92997"/>
                    <a:pt x="12150" y="92363"/>
                  </a:cubicBezTo>
                  <a:cubicBezTo>
                    <a:pt x="12150" y="78464"/>
                    <a:pt x="23458" y="67162"/>
                    <a:pt x="37352" y="67162"/>
                  </a:cubicBezTo>
                  <a:cubicBezTo>
                    <a:pt x="51251" y="67162"/>
                    <a:pt x="62559" y="78464"/>
                    <a:pt x="62559" y="92363"/>
                  </a:cubicBezTo>
                  <a:cubicBezTo>
                    <a:pt x="62559" y="92997"/>
                    <a:pt x="62528" y="93674"/>
                    <a:pt x="62467" y="94413"/>
                  </a:cubicBezTo>
                  <a:cubicBezTo>
                    <a:pt x="62399" y="95247"/>
                    <a:pt x="62290" y="96077"/>
                    <a:pt x="62137" y="96888"/>
                  </a:cubicBezTo>
                  <a:cubicBezTo>
                    <a:pt x="91455" y="96986"/>
                    <a:pt x="127652" y="97077"/>
                    <a:pt x="156532" y="97077"/>
                  </a:cubicBezTo>
                  <a:cubicBezTo>
                    <a:pt x="156367" y="96206"/>
                    <a:pt x="156239" y="95314"/>
                    <a:pt x="156166" y="94413"/>
                  </a:cubicBezTo>
                  <a:cubicBezTo>
                    <a:pt x="156105" y="93662"/>
                    <a:pt x="156074" y="92991"/>
                    <a:pt x="156074" y="92363"/>
                  </a:cubicBezTo>
                  <a:cubicBezTo>
                    <a:pt x="156074" y="78464"/>
                    <a:pt x="167381" y="67162"/>
                    <a:pt x="181281" y="67162"/>
                  </a:cubicBezTo>
                  <a:cubicBezTo>
                    <a:pt x="195175" y="67162"/>
                    <a:pt x="206483" y="78464"/>
                    <a:pt x="206483" y="92363"/>
                  </a:cubicBezTo>
                  <a:cubicBezTo>
                    <a:pt x="206483" y="92991"/>
                    <a:pt x="206452" y="93662"/>
                    <a:pt x="206390" y="94413"/>
                  </a:cubicBezTo>
                  <a:cubicBezTo>
                    <a:pt x="206323" y="95210"/>
                    <a:pt x="206219" y="95998"/>
                    <a:pt x="206086" y="96778"/>
                  </a:cubicBezTo>
                  <a:cubicBezTo>
                    <a:pt x="206616" y="96747"/>
                    <a:pt x="206934" y="96724"/>
                    <a:pt x="206995" y="96687"/>
                  </a:cubicBezTo>
                  <a:cubicBezTo>
                    <a:pt x="208684" y="95815"/>
                    <a:pt x="213465" y="93192"/>
                    <a:pt x="214588" y="90283"/>
                  </a:cubicBezTo>
                  <a:cubicBezTo>
                    <a:pt x="215716" y="87368"/>
                    <a:pt x="217686" y="74554"/>
                    <a:pt x="217124" y="72516"/>
                  </a:cubicBezTo>
                  <a:cubicBezTo>
                    <a:pt x="216558" y="70480"/>
                    <a:pt x="212617" y="66107"/>
                    <a:pt x="212904" y="64069"/>
                  </a:cubicBezTo>
                  <a:cubicBezTo>
                    <a:pt x="213185" y="62033"/>
                    <a:pt x="214874" y="51255"/>
                    <a:pt x="214306" y="46889"/>
                  </a:cubicBezTo>
                  <a:cubicBezTo>
                    <a:pt x="213746" y="42515"/>
                    <a:pt x="210654" y="41937"/>
                    <a:pt x="210654" y="41937"/>
                  </a:cubicBezTo>
                  <a:cubicBezTo>
                    <a:pt x="206995" y="21840"/>
                    <a:pt x="195736" y="7861"/>
                    <a:pt x="195736" y="7861"/>
                  </a:cubicBezTo>
                  <a:cubicBezTo>
                    <a:pt x="203336" y="7276"/>
                    <a:pt x="204744" y="5532"/>
                    <a:pt x="194334" y="4367"/>
                  </a:cubicBezTo>
                  <a:cubicBezTo>
                    <a:pt x="183922" y="3202"/>
                    <a:pt x="138900" y="1"/>
                    <a:pt x="1175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63"/>
            <p:cNvSpPr/>
            <p:nvPr/>
          </p:nvSpPr>
          <p:spPr>
            <a:xfrm>
              <a:off x="4918017" y="2722864"/>
              <a:ext cx="709133" cy="408414"/>
            </a:xfrm>
            <a:custGeom>
              <a:avLst/>
              <a:gdLst/>
              <a:ahLst/>
              <a:cxnLst/>
              <a:rect l="l" t="t" r="r" b="b"/>
              <a:pathLst>
                <a:path w="59729" h="34400" extrusionOk="0">
                  <a:moveTo>
                    <a:pt x="29862" y="1"/>
                  </a:moveTo>
                  <a:cubicBezTo>
                    <a:pt x="13400" y="1"/>
                    <a:pt x="1" y="13394"/>
                    <a:pt x="1" y="29861"/>
                  </a:cubicBezTo>
                  <a:cubicBezTo>
                    <a:pt x="1" y="30623"/>
                    <a:pt x="38" y="31416"/>
                    <a:pt x="105" y="32288"/>
                  </a:cubicBezTo>
                  <a:cubicBezTo>
                    <a:pt x="153" y="32826"/>
                    <a:pt x="215" y="33361"/>
                    <a:pt x="288" y="33893"/>
                  </a:cubicBezTo>
                  <a:cubicBezTo>
                    <a:pt x="690" y="34081"/>
                    <a:pt x="1099" y="34185"/>
                    <a:pt x="1519" y="34185"/>
                  </a:cubicBezTo>
                  <a:cubicBezTo>
                    <a:pt x="1744" y="34185"/>
                    <a:pt x="2971" y="34191"/>
                    <a:pt x="5045" y="34203"/>
                  </a:cubicBezTo>
                  <a:cubicBezTo>
                    <a:pt x="4916" y="33448"/>
                    <a:pt x="4812" y="32685"/>
                    <a:pt x="4752" y="31911"/>
                  </a:cubicBezTo>
                  <a:cubicBezTo>
                    <a:pt x="4691" y="31172"/>
                    <a:pt x="4660" y="30495"/>
                    <a:pt x="4660" y="29861"/>
                  </a:cubicBezTo>
                  <a:cubicBezTo>
                    <a:pt x="4660" y="15962"/>
                    <a:pt x="15968" y="4660"/>
                    <a:pt x="29862" y="4660"/>
                  </a:cubicBezTo>
                  <a:cubicBezTo>
                    <a:pt x="43761" y="4660"/>
                    <a:pt x="55069" y="15962"/>
                    <a:pt x="55069" y="29861"/>
                  </a:cubicBezTo>
                  <a:cubicBezTo>
                    <a:pt x="55069" y="30495"/>
                    <a:pt x="55038" y="31172"/>
                    <a:pt x="54977" y="31911"/>
                  </a:cubicBezTo>
                  <a:cubicBezTo>
                    <a:pt x="54909" y="32745"/>
                    <a:pt x="54800" y="33575"/>
                    <a:pt x="54647" y="34386"/>
                  </a:cubicBezTo>
                  <a:cubicBezTo>
                    <a:pt x="56203" y="34392"/>
                    <a:pt x="57777" y="34392"/>
                    <a:pt x="59368" y="34399"/>
                  </a:cubicBezTo>
                  <a:cubicBezTo>
                    <a:pt x="59472" y="33704"/>
                    <a:pt x="59563" y="33001"/>
                    <a:pt x="59624" y="32288"/>
                  </a:cubicBezTo>
                  <a:cubicBezTo>
                    <a:pt x="59691" y="31416"/>
                    <a:pt x="59728" y="30623"/>
                    <a:pt x="59728" y="29861"/>
                  </a:cubicBezTo>
                  <a:cubicBezTo>
                    <a:pt x="59728" y="13394"/>
                    <a:pt x="46329" y="1"/>
                    <a:pt x="298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63"/>
            <p:cNvSpPr/>
            <p:nvPr/>
          </p:nvSpPr>
          <p:spPr>
            <a:xfrm>
              <a:off x="6626580" y="2722864"/>
              <a:ext cx="709121" cy="410492"/>
            </a:xfrm>
            <a:custGeom>
              <a:avLst/>
              <a:gdLst/>
              <a:ahLst/>
              <a:cxnLst/>
              <a:rect l="l" t="t" r="r" b="b"/>
              <a:pathLst>
                <a:path w="59728" h="34575" extrusionOk="0">
                  <a:moveTo>
                    <a:pt x="29867" y="1"/>
                  </a:moveTo>
                  <a:cubicBezTo>
                    <a:pt x="13400" y="1"/>
                    <a:pt x="1" y="13394"/>
                    <a:pt x="1" y="29861"/>
                  </a:cubicBezTo>
                  <a:cubicBezTo>
                    <a:pt x="1" y="30617"/>
                    <a:pt x="37" y="31410"/>
                    <a:pt x="105" y="32288"/>
                  </a:cubicBezTo>
                  <a:cubicBezTo>
                    <a:pt x="171" y="33057"/>
                    <a:pt x="269" y="33819"/>
                    <a:pt x="390" y="34575"/>
                  </a:cubicBezTo>
                  <a:lnTo>
                    <a:pt x="5118" y="34575"/>
                  </a:lnTo>
                  <a:cubicBezTo>
                    <a:pt x="4953" y="33704"/>
                    <a:pt x="4825" y="32812"/>
                    <a:pt x="4752" y="31911"/>
                  </a:cubicBezTo>
                  <a:cubicBezTo>
                    <a:pt x="4691" y="31160"/>
                    <a:pt x="4660" y="30489"/>
                    <a:pt x="4660" y="29861"/>
                  </a:cubicBezTo>
                  <a:cubicBezTo>
                    <a:pt x="4660" y="15962"/>
                    <a:pt x="15967" y="4660"/>
                    <a:pt x="29867" y="4660"/>
                  </a:cubicBezTo>
                  <a:cubicBezTo>
                    <a:pt x="43761" y="4660"/>
                    <a:pt x="55069" y="15962"/>
                    <a:pt x="55069" y="29861"/>
                  </a:cubicBezTo>
                  <a:cubicBezTo>
                    <a:pt x="55069" y="30489"/>
                    <a:pt x="55038" y="31160"/>
                    <a:pt x="54976" y="31911"/>
                  </a:cubicBezTo>
                  <a:cubicBezTo>
                    <a:pt x="54909" y="32708"/>
                    <a:pt x="54813" y="33496"/>
                    <a:pt x="54672" y="34276"/>
                  </a:cubicBezTo>
                  <a:cubicBezTo>
                    <a:pt x="55202" y="34245"/>
                    <a:pt x="55520" y="34222"/>
                    <a:pt x="55581" y="34185"/>
                  </a:cubicBezTo>
                  <a:cubicBezTo>
                    <a:pt x="56434" y="33746"/>
                    <a:pt x="58087" y="32849"/>
                    <a:pt x="59661" y="31697"/>
                  </a:cubicBezTo>
                  <a:cubicBezTo>
                    <a:pt x="59697" y="31056"/>
                    <a:pt x="59728" y="30440"/>
                    <a:pt x="59728" y="29861"/>
                  </a:cubicBezTo>
                  <a:cubicBezTo>
                    <a:pt x="59728" y="13394"/>
                    <a:pt x="46329" y="1"/>
                    <a:pt x="29867" y="1"/>
                  </a:cubicBezTo>
                  <a:close/>
                </a:path>
              </a:pathLst>
            </a:custGeom>
            <a:solidFill>
              <a:srgbClr val="B4D4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63"/>
            <p:cNvSpPr/>
            <p:nvPr/>
          </p:nvSpPr>
          <p:spPr>
            <a:xfrm>
              <a:off x="5566747" y="3077353"/>
              <a:ext cx="1120717" cy="55967"/>
            </a:xfrm>
            <a:custGeom>
              <a:avLst/>
              <a:gdLst/>
              <a:ahLst/>
              <a:cxnLst/>
              <a:rect l="l" t="t" r="r" b="b"/>
              <a:pathLst>
                <a:path w="94396" h="4714" extrusionOk="0">
                  <a:moveTo>
                    <a:pt x="422" y="0"/>
                  </a:moveTo>
                  <a:cubicBezTo>
                    <a:pt x="422" y="634"/>
                    <a:pt x="391" y="1311"/>
                    <a:pt x="330" y="2050"/>
                  </a:cubicBezTo>
                  <a:cubicBezTo>
                    <a:pt x="262" y="2884"/>
                    <a:pt x="153" y="3714"/>
                    <a:pt x="0" y="4525"/>
                  </a:cubicBezTo>
                  <a:cubicBezTo>
                    <a:pt x="29318" y="4623"/>
                    <a:pt x="65515" y="4714"/>
                    <a:pt x="94395" y="4714"/>
                  </a:cubicBezTo>
                  <a:cubicBezTo>
                    <a:pt x="94230" y="3843"/>
                    <a:pt x="94102" y="2951"/>
                    <a:pt x="94029" y="2050"/>
                  </a:cubicBezTo>
                  <a:cubicBezTo>
                    <a:pt x="93968" y="1299"/>
                    <a:pt x="93937" y="628"/>
                    <a:pt x="93937" y="0"/>
                  </a:cubicBezTo>
                  <a:close/>
                </a:path>
              </a:pathLst>
            </a:custGeom>
            <a:solidFill>
              <a:srgbClr val="B4D4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63"/>
            <p:cNvSpPr/>
            <p:nvPr/>
          </p:nvSpPr>
          <p:spPr>
            <a:xfrm>
              <a:off x="4986003" y="2449397"/>
              <a:ext cx="452948" cy="111162"/>
            </a:xfrm>
            <a:custGeom>
              <a:avLst/>
              <a:gdLst/>
              <a:ahLst/>
              <a:cxnLst/>
              <a:rect l="l" t="t" r="r" b="b"/>
              <a:pathLst>
                <a:path w="38151" h="9363" extrusionOk="0">
                  <a:moveTo>
                    <a:pt x="38150" y="0"/>
                  </a:moveTo>
                  <a:lnTo>
                    <a:pt x="38150" y="0"/>
                  </a:lnTo>
                  <a:cubicBezTo>
                    <a:pt x="37917" y="37"/>
                    <a:pt x="37686" y="62"/>
                    <a:pt x="37449" y="85"/>
                  </a:cubicBezTo>
                  <a:cubicBezTo>
                    <a:pt x="36850" y="1202"/>
                    <a:pt x="35935" y="2550"/>
                    <a:pt x="34783" y="3020"/>
                  </a:cubicBezTo>
                  <a:cubicBezTo>
                    <a:pt x="29897" y="5025"/>
                    <a:pt x="299" y="8746"/>
                    <a:pt x="0" y="8783"/>
                  </a:cubicBezTo>
                  <a:lnTo>
                    <a:pt x="73" y="9363"/>
                  </a:lnTo>
                  <a:cubicBezTo>
                    <a:pt x="1300" y="9210"/>
                    <a:pt x="30044" y="5593"/>
                    <a:pt x="35003" y="3562"/>
                  </a:cubicBezTo>
                  <a:cubicBezTo>
                    <a:pt x="36448" y="2965"/>
                    <a:pt x="37528" y="1250"/>
                    <a:pt x="381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63"/>
            <p:cNvSpPr/>
            <p:nvPr/>
          </p:nvSpPr>
          <p:spPr>
            <a:xfrm>
              <a:off x="5612499" y="2074193"/>
              <a:ext cx="1464437" cy="403439"/>
            </a:xfrm>
            <a:custGeom>
              <a:avLst/>
              <a:gdLst/>
              <a:ahLst/>
              <a:cxnLst/>
              <a:rect l="l" t="t" r="r" b="b"/>
              <a:pathLst>
                <a:path w="123347" h="33981" extrusionOk="0">
                  <a:moveTo>
                    <a:pt x="66972" y="1"/>
                  </a:moveTo>
                  <a:cubicBezTo>
                    <a:pt x="54202" y="1"/>
                    <a:pt x="42475" y="484"/>
                    <a:pt x="38029" y="1582"/>
                  </a:cubicBezTo>
                  <a:cubicBezTo>
                    <a:pt x="28672" y="3887"/>
                    <a:pt x="0" y="32259"/>
                    <a:pt x="8650" y="33309"/>
                  </a:cubicBezTo>
                  <a:cubicBezTo>
                    <a:pt x="11150" y="33609"/>
                    <a:pt x="55936" y="33980"/>
                    <a:pt x="87732" y="33980"/>
                  </a:cubicBezTo>
                  <a:cubicBezTo>
                    <a:pt x="104338" y="33980"/>
                    <a:pt x="117401" y="33879"/>
                    <a:pt x="119048" y="33613"/>
                  </a:cubicBezTo>
                  <a:cubicBezTo>
                    <a:pt x="123347" y="32918"/>
                    <a:pt x="114150" y="5875"/>
                    <a:pt x="110587" y="2917"/>
                  </a:cubicBezTo>
                  <a:cubicBezTo>
                    <a:pt x="108435" y="1129"/>
                    <a:pt x="86484" y="1"/>
                    <a:pt x="669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63"/>
            <p:cNvSpPr/>
            <p:nvPr/>
          </p:nvSpPr>
          <p:spPr>
            <a:xfrm>
              <a:off x="5727045" y="2102007"/>
              <a:ext cx="1285946" cy="347983"/>
            </a:xfrm>
            <a:custGeom>
              <a:avLst/>
              <a:gdLst/>
              <a:ahLst/>
              <a:cxnLst/>
              <a:rect l="l" t="t" r="r" b="b"/>
              <a:pathLst>
                <a:path w="108313" h="29310" extrusionOk="0">
                  <a:moveTo>
                    <a:pt x="58350" y="1"/>
                  </a:moveTo>
                  <a:cubicBezTo>
                    <a:pt x="44697" y="1"/>
                    <a:pt x="32791" y="545"/>
                    <a:pt x="28935" y="1495"/>
                  </a:cubicBezTo>
                  <a:cubicBezTo>
                    <a:pt x="25591" y="2325"/>
                    <a:pt x="19792" y="7698"/>
                    <a:pt x="12327" y="14528"/>
                  </a:cubicBezTo>
                  <a:cubicBezTo>
                    <a:pt x="4825" y="21390"/>
                    <a:pt x="904" y="26519"/>
                    <a:pt x="1" y="28690"/>
                  </a:cubicBezTo>
                  <a:cubicBezTo>
                    <a:pt x="910" y="28726"/>
                    <a:pt x="2891" y="28788"/>
                    <a:pt x="7210" y="28855"/>
                  </a:cubicBezTo>
                  <a:lnTo>
                    <a:pt x="7215" y="28855"/>
                  </a:lnTo>
                  <a:cubicBezTo>
                    <a:pt x="23746" y="29118"/>
                    <a:pt x="54210" y="29309"/>
                    <a:pt x="77549" y="29309"/>
                  </a:cubicBezTo>
                  <a:cubicBezTo>
                    <a:pt x="92632" y="29309"/>
                    <a:pt x="104741" y="29229"/>
                    <a:pt x="108191" y="29038"/>
                  </a:cubicBezTo>
                  <a:cubicBezTo>
                    <a:pt x="108313" y="27366"/>
                    <a:pt x="107685" y="22896"/>
                    <a:pt x="105300" y="15596"/>
                  </a:cubicBezTo>
                  <a:cubicBezTo>
                    <a:pt x="102933" y="8351"/>
                    <a:pt x="100470" y="3392"/>
                    <a:pt x="99524" y="2434"/>
                  </a:cubicBezTo>
                  <a:cubicBezTo>
                    <a:pt x="97438" y="1489"/>
                    <a:pt x="84734" y="354"/>
                    <a:pt x="66711" y="67"/>
                  </a:cubicBezTo>
                  <a:cubicBezTo>
                    <a:pt x="63888" y="23"/>
                    <a:pt x="61084" y="1"/>
                    <a:pt x="583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63"/>
            <p:cNvSpPr/>
            <p:nvPr/>
          </p:nvSpPr>
          <p:spPr>
            <a:xfrm>
              <a:off x="5966275" y="2133941"/>
              <a:ext cx="294497" cy="314930"/>
            </a:xfrm>
            <a:custGeom>
              <a:avLst/>
              <a:gdLst/>
              <a:ahLst/>
              <a:cxnLst/>
              <a:rect l="l" t="t" r="r" b="b"/>
              <a:pathLst>
                <a:path w="24805" h="26526" extrusionOk="0">
                  <a:moveTo>
                    <a:pt x="6215" y="0"/>
                  </a:moveTo>
                  <a:cubicBezTo>
                    <a:pt x="4476" y="1056"/>
                    <a:pt x="2396" y="2714"/>
                    <a:pt x="0" y="4788"/>
                  </a:cubicBezTo>
                  <a:cubicBezTo>
                    <a:pt x="4671" y="10765"/>
                    <a:pt x="10033" y="18103"/>
                    <a:pt x="15393" y="26464"/>
                  </a:cubicBezTo>
                  <a:cubicBezTo>
                    <a:pt x="18474" y="26483"/>
                    <a:pt x="21621" y="26506"/>
                    <a:pt x="24805" y="26525"/>
                  </a:cubicBezTo>
                  <a:cubicBezTo>
                    <a:pt x="18351" y="16077"/>
                    <a:pt x="11789" y="7069"/>
                    <a:pt x="62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63"/>
            <p:cNvSpPr/>
            <p:nvPr/>
          </p:nvSpPr>
          <p:spPr>
            <a:xfrm>
              <a:off x="6070529" y="2119541"/>
              <a:ext cx="280167" cy="329759"/>
            </a:xfrm>
            <a:custGeom>
              <a:avLst/>
              <a:gdLst/>
              <a:ahLst/>
              <a:cxnLst/>
              <a:rect l="l" t="t" r="r" b="b"/>
              <a:pathLst>
                <a:path w="23598" h="27775" extrusionOk="0">
                  <a:moveTo>
                    <a:pt x="22134" y="27769"/>
                  </a:moveTo>
                  <a:cubicBezTo>
                    <a:pt x="22621" y="27769"/>
                    <a:pt x="23109" y="27769"/>
                    <a:pt x="23598" y="27775"/>
                  </a:cubicBezTo>
                  <a:cubicBezTo>
                    <a:pt x="23109" y="27769"/>
                    <a:pt x="22621" y="27769"/>
                    <a:pt x="22134" y="27769"/>
                  </a:cubicBezTo>
                  <a:close/>
                  <a:moveTo>
                    <a:pt x="74" y="6"/>
                  </a:moveTo>
                  <a:cubicBezTo>
                    <a:pt x="49" y="12"/>
                    <a:pt x="24" y="18"/>
                    <a:pt x="1" y="18"/>
                  </a:cubicBezTo>
                  <a:lnTo>
                    <a:pt x="1" y="18"/>
                  </a:lnTo>
                  <a:lnTo>
                    <a:pt x="1" y="18"/>
                  </a:lnTo>
                  <a:cubicBezTo>
                    <a:pt x="24" y="18"/>
                    <a:pt x="49" y="12"/>
                    <a:pt x="74" y="6"/>
                  </a:cubicBezTo>
                  <a:close/>
                  <a:moveTo>
                    <a:pt x="74" y="6"/>
                  </a:moveTo>
                  <a:lnTo>
                    <a:pt x="74" y="6"/>
                  </a:lnTo>
                  <a:lnTo>
                    <a:pt x="74" y="6"/>
                  </a:lnTo>
                  <a:close/>
                  <a:moveTo>
                    <a:pt x="80" y="0"/>
                  </a:moveTo>
                  <a:lnTo>
                    <a:pt x="80" y="6"/>
                  </a:lnTo>
                  <a:lnTo>
                    <a:pt x="80" y="0"/>
                  </a:lnTo>
                  <a:close/>
                  <a:moveTo>
                    <a:pt x="85" y="0"/>
                  </a:moveTo>
                  <a:lnTo>
                    <a:pt x="85" y="0"/>
                  </a:lnTo>
                  <a:lnTo>
                    <a:pt x="85" y="0"/>
                  </a:lnTo>
                  <a:close/>
                  <a:moveTo>
                    <a:pt x="91" y="0"/>
                  </a:moveTo>
                  <a:lnTo>
                    <a:pt x="91" y="0"/>
                  </a:lnTo>
                  <a:lnTo>
                    <a:pt x="91" y="0"/>
                  </a:lnTo>
                  <a:close/>
                  <a:moveTo>
                    <a:pt x="97" y="0"/>
                  </a:moveTo>
                  <a:lnTo>
                    <a:pt x="97" y="0"/>
                  </a:lnTo>
                  <a:close/>
                </a:path>
              </a:pathLst>
            </a:custGeom>
            <a:solidFill>
              <a:srgbClr val="5050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63"/>
            <p:cNvSpPr/>
            <p:nvPr/>
          </p:nvSpPr>
          <p:spPr>
            <a:xfrm>
              <a:off x="6064380" y="2112086"/>
              <a:ext cx="289131" cy="337215"/>
            </a:xfrm>
            <a:custGeom>
              <a:avLst/>
              <a:gdLst/>
              <a:ahLst/>
              <a:cxnLst/>
              <a:rect l="l" t="t" r="r" b="b"/>
              <a:pathLst>
                <a:path w="24353" h="28403" extrusionOk="0">
                  <a:moveTo>
                    <a:pt x="5001" y="0"/>
                  </a:moveTo>
                  <a:cubicBezTo>
                    <a:pt x="3104" y="183"/>
                    <a:pt x="1611" y="389"/>
                    <a:pt x="615" y="628"/>
                  </a:cubicBezTo>
                  <a:lnTo>
                    <a:pt x="598" y="628"/>
                  </a:lnTo>
                  <a:lnTo>
                    <a:pt x="598" y="634"/>
                  </a:lnTo>
                  <a:lnTo>
                    <a:pt x="592" y="634"/>
                  </a:lnTo>
                  <a:cubicBezTo>
                    <a:pt x="567" y="640"/>
                    <a:pt x="542" y="646"/>
                    <a:pt x="519" y="646"/>
                  </a:cubicBezTo>
                  <a:cubicBezTo>
                    <a:pt x="353" y="688"/>
                    <a:pt x="176" y="750"/>
                    <a:pt x="0" y="811"/>
                  </a:cubicBezTo>
                  <a:cubicBezTo>
                    <a:pt x="5752" y="8166"/>
                    <a:pt x="12527" y="17558"/>
                    <a:pt x="19078" y="28378"/>
                  </a:cubicBezTo>
                  <a:cubicBezTo>
                    <a:pt x="20266" y="28384"/>
                    <a:pt x="21456" y="28390"/>
                    <a:pt x="22652" y="28397"/>
                  </a:cubicBezTo>
                  <a:cubicBezTo>
                    <a:pt x="23139" y="28397"/>
                    <a:pt x="23627" y="28397"/>
                    <a:pt x="24116" y="28403"/>
                  </a:cubicBezTo>
                  <a:lnTo>
                    <a:pt x="24353" y="28403"/>
                  </a:lnTo>
                  <a:cubicBezTo>
                    <a:pt x="17785" y="17351"/>
                    <a:pt x="10923" y="7677"/>
                    <a:pt x="50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63"/>
            <p:cNvSpPr/>
            <p:nvPr/>
          </p:nvSpPr>
          <p:spPr>
            <a:xfrm>
              <a:off x="5913638" y="2215473"/>
              <a:ext cx="189212" cy="232285"/>
            </a:xfrm>
            <a:custGeom>
              <a:avLst/>
              <a:gdLst/>
              <a:ahLst/>
              <a:cxnLst/>
              <a:rect l="l" t="t" r="r" b="b"/>
              <a:pathLst>
                <a:path w="15937" h="19565" extrusionOk="0">
                  <a:moveTo>
                    <a:pt x="2073" y="0"/>
                  </a:moveTo>
                  <a:cubicBezTo>
                    <a:pt x="1403" y="603"/>
                    <a:pt x="707" y="1226"/>
                    <a:pt x="0" y="1873"/>
                  </a:cubicBezTo>
                  <a:cubicBezTo>
                    <a:pt x="3909" y="6953"/>
                    <a:pt x="8215" y="12899"/>
                    <a:pt x="12570" y="19541"/>
                  </a:cubicBezTo>
                  <a:cubicBezTo>
                    <a:pt x="13679" y="19547"/>
                    <a:pt x="14802" y="19559"/>
                    <a:pt x="15936" y="19565"/>
                  </a:cubicBezTo>
                  <a:cubicBezTo>
                    <a:pt x="11137" y="12150"/>
                    <a:pt x="6354" y="5555"/>
                    <a:pt x="20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63"/>
            <p:cNvSpPr/>
            <p:nvPr/>
          </p:nvSpPr>
          <p:spPr>
            <a:xfrm>
              <a:off x="6519288" y="2102803"/>
              <a:ext cx="6091" cy="166"/>
            </a:xfrm>
            <a:custGeom>
              <a:avLst/>
              <a:gdLst/>
              <a:ahLst/>
              <a:cxnLst/>
              <a:rect l="l" t="t" r="r" b="b"/>
              <a:pathLst>
                <a:path w="513" h="14" extrusionOk="0">
                  <a:moveTo>
                    <a:pt x="507" y="14"/>
                  </a:moveTo>
                  <a:lnTo>
                    <a:pt x="512" y="14"/>
                  </a:lnTo>
                  <a:lnTo>
                    <a:pt x="507" y="14"/>
                  </a:lnTo>
                  <a:close/>
                  <a:moveTo>
                    <a:pt x="433" y="6"/>
                  </a:moveTo>
                  <a:lnTo>
                    <a:pt x="445" y="6"/>
                  </a:lnTo>
                  <a:lnTo>
                    <a:pt x="433" y="6"/>
                  </a:lnTo>
                  <a:close/>
                  <a:moveTo>
                    <a:pt x="293" y="6"/>
                  </a:moveTo>
                  <a:lnTo>
                    <a:pt x="384" y="6"/>
                  </a:lnTo>
                  <a:lnTo>
                    <a:pt x="293" y="6"/>
                  </a:lnTo>
                  <a:close/>
                  <a:moveTo>
                    <a:pt x="195" y="6"/>
                  </a:moveTo>
                  <a:lnTo>
                    <a:pt x="287" y="6"/>
                  </a:lnTo>
                  <a:lnTo>
                    <a:pt x="195" y="6"/>
                  </a:lnTo>
                  <a:close/>
                  <a:moveTo>
                    <a:pt x="85" y="6"/>
                  </a:moveTo>
                  <a:lnTo>
                    <a:pt x="183" y="6"/>
                  </a:lnTo>
                  <a:lnTo>
                    <a:pt x="85" y="6"/>
                  </a:lnTo>
                  <a:close/>
                  <a:moveTo>
                    <a:pt x="54" y="0"/>
                  </a:moveTo>
                  <a:lnTo>
                    <a:pt x="79" y="0"/>
                  </a:lnTo>
                  <a:lnTo>
                    <a:pt x="54" y="0"/>
                  </a:lnTo>
                  <a:close/>
                  <a:moveTo>
                    <a:pt x="31" y="0"/>
                  </a:moveTo>
                  <a:lnTo>
                    <a:pt x="54" y="0"/>
                  </a:lnTo>
                  <a:lnTo>
                    <a:pt x="31" y="0"/>
                  </a:lnTo>
                  <a:close/>
                  <a:moveTo>
                    <a:pt x="0" y="0"/>
                  </a:moveTo>
                  <a:lnTo>
                    <a:pt x="23" y="0"/>
                  </a:lnTo>
                  <a:close/>
                </a:path>
              </a:pathLst>
            </a:custGeom>
            <a:solidFill>
              <a:srgbClr val="5050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63"/>
            <p:cNvSpPr/>
            <p:nvPr/>
          </p:nvSpPr>
          <p:spPr>
            <a:xfrm>
              <a:off x="6494524" y="2102530"/>
              <a:ext cx="355902" cy="347354"/>
            </a:xfrm>
            <a:custGeom>
              <a:avLst/>
              <a:gdLst/>
              <a:ahLst/>
              <a:cxnLst/>
              <a:rect l="l" t="t" r="r" b="b"/>
              <a:pathLst>
                <a:path w="29977" h="29257" extrusionOk="0">
                  <a:moveTo>
                    <a:pt x="0" y="0"/>
                  </a:moveTo>
                  <a:lnTo>
                    <a:pt x="0" y="0"/>
                  </a:lnTo>
                  <a:cubicBezTo>
                    <a:pt x="5959" y="7385"/>
                    <a:pt x="13442" y="17425"/>
                    <a:pt x="20724" y="29256"/>
                  </a:cubicBezTo>
                  <a:cubicBezTo>
                    <a:pt x="24066" y="29250"/>
                    <a:pt x="27176" y="29238"/>
                    <a:pt x="29976" y="29219"/>
                  </a:cubicBezTo>
                  <a:cubicBezTo>
                    <a:pt x="23224" y="17833"/>
                    <a:pt x="16198" y="7970"/>
                    <a:pt x="10173" y="220"/>
                  </a:cubicBezTo>
                  <a:cubicBezTo>
                    <a:pt x="7776" y="139"/>
                    <a:pt x="5245" y="79"/>
                    <a:pt x="2598" y="37"/>
                  </a:cubicBezTo>
                  <a:lnTo>
                    <a:pt x="2593" y="37"/>
                  </a:lnTo>
                  <a:cubicBezTo>
                    <a:pt x="2568" y="37"/>
                    <a:pt x="2549" y="37"/>
                    <a:pt x="2531" y="29"/>
                  </a:cubicBezTo>
                  <a:lnTo>
                    <a:pt x="2171" y="29"/>
                  </a:lnTo>
                  <a:lnTo>
                    <a:pt x="2165" y="23"/>
                  </a:lnTo>
                  <a:lnTo>
                    <a:pt x="2061" y="23"/>
                  </a:lnTo>
                  <a:cubicBezTo>
                    <a:pt x="1372" y="12"/>
                    <a:pt x="682" y="6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63"/>
            <p:cNvSpPr/>
            <p:nvPr/>
          </p:nvSpPr>
          <p:spPr>
            <a:xfrm>
              <a:off x="6649812" y="2106352"/>
              <a:ext cx="291399" cy="342878"/>
            </a:xfrm>
            <a:custGeom>
              <a:avLst/>
              <a:gdLst/>
              <a:ahLst/>
              <a:cxnLst/>
              <a:rect l="l" t="t" r="r" b="b"/>
              <a:pathLst>
                <a:path w="24544" h="28880" extrusionOk="0">
                  <a:moveTo>
                    <a:pt x="1" y="0"/>
                  </a:moveTo>
                  <a:lnTo>
                    <a:pt x="1" y="0"/>
                  </a:lnTo>
                  <a:cubicBezTo>
                    <a:pt x="5996" y="7862"/>
                    <a:pt x="12870" y="17694"/>
                    <a:pt x="19365" y="28880"/>
                  </a:cubicBezTo>
                  <a:cubicBezTo>
                    <a:pt x="21287" y="28867"/>
                    <a:pt x="23024" y="28849"/>
                    <a:pt x="24544" y="28824"/>
                  </a:cubicBezTo>
                  <a:cubicBezTo>
                    <a:pt x="18334" y="17925"/>
                    <a:pt x="11724" y="8234"/>
                    <a:pt x="5788" y="275"/>
                  </a:cubicBezTo>
                  <a:cubicBezTo>
                    <a:pt x="3978" y="177"/>
                    <a:pt x="2050" y="86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63"/>
            <p:cNvSpPr/>
            <p:nvPr/>
          </p:nvSpPr>
          <p:spPr>
            <a:xfrm>
              <a:off x="6404231" y="2102007"/>
              <a:ext cx="290734" cy="348007"/>
            </a:xfrm>
            <a:custGeom>
              <a:avLst/>
              <a:gdLst/>
              <a:ahLst/>
              <a:cxnLst/>
              <a:rect l="l" t="t" r="r" b="b"/>
              <a:pathLst>
                <a:path w="24488" h="29312" extrusionOk="0">
                  <a:moveTo>
                    <a:pt x="1" y="0"/>
                  </a:moveTo>
                  <a:cubicBezTo>
                    <a:pt x="5880" y="7161"/>
                    <a:pt x="13577" y="17243"/>
                    <a:pt x="21169" y="29312"/>
                  </a:cubicBezTo>
                  <a:cubicBezTo>
                    <a:pt x="22292" y="29306"/>
                    <a:pt x="23402" y="29306"/>
                    <a:pt x="24488" y="29306"/>
                  </a:cubicBezTo>
                  <a:cubicBezTo>
                    <a:pt x="17096" y="17426"/>
                    <a:pt x="9552" y="7374"/>
                    <a:pt x="3581" y="7"/>
                  </a:cubicBezTo>
                  <a:cubicBezTo>
                    <a:pt x="2812" y="7"/>
                    <a:pt x="2056" y="0"/>
                    <a:pt x="12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63"/>
            <p:cNvSpPr/>
            <p:nvPr/>
          </p:nvSpPr>
          <p:spPr>
            <a:xfrm>
              <a:off x="7008076" y="2108916"/>
              <a:ext cx="305871" cy="299389"/>
            </a:xfrm>
            <a:custGeom>
              <a:avLst/>
              <a:gdLst/>
              <a:ahLst/>
              <a:cxnLst/>
              <a:rect l="l" t="t" r="r" b="b"/>
              <a:pathLst>
                <a:path w="25763" h="25217" extrusionOk="0">
                  <a:moveTo>
                    <a:pt x="8795" y="0"/>
                  </a:moveTo>
                  <a:cubicBezTo>
                    <a:pt x="6130" y="0"/>
                    <a:pt x="3823" y="33"/>
                    <a:pt x="2872" y="132"/>
                  </a:cubicBezTo>
                  <a:cubicBezTo>
                    <a:pt x="0" y="419"/>
                    <a:pt x="9124" y="22553"/>
                    <a:pt x="11984" y="23431"/>
                  </a:cubicBezTo>
                  <a:cubicBezTo>
                    <a:pt x="13424" y="23870"/>
                    <a:pt x="19786" y="24602"/>
                    <a:pt x="25762" y="25217"/>
                  </a:cubicBezTo>
                  <a:cubicBezTo>
                    <a:pt x="22627" y="13470"/>
                    <a:pt x="17272" y="4431"/>
                    <a:pt x="14314" y="34"/>
                  </a:cubicBezTo>
                  <a:cubicBezTo>
                    <a:pt x="12512" y="15"/>
                    <a:pt x="10574" y="0"/>
                    <a:pt x="87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63"/>
            <p:cNvSpPr/>
            <p:nvPr/>
          </p:nvSpPr>
          <p:spPr>
            <a:xfrm>
              <a:off x="7066922" y="2136553"/>
              <a:ext cx="202592" cy="235942"/>
            </a:xfrm>
            <a:custGeom>
              <a:avLst/>
              <a:gdLst/>
              <a:ahLst/>
              <a:cxnLst/>
              <a:rect l="l" t="t" r="r" b="b"/>
              <a:pathLst>
                <a:path w="17064" h="19873" extrusionOk="0">
                  <a:moveTo>
                    <a:pt x="3924" y="0"/>
                  </a:moveTo>
                  <a:cubicBezTo>
                    <a:pt x="3228" y="0"/>
                    <a:pt x="2606" y="6"/>
                    <a:pt x="2063" y="6"/>
                  </a:cubicBezTo>
                  <a:cubicBezTo>
                    <a:pt x="867" y="18"/>
                    <a:pt x="1" y="1171"/>
                    <a:pt x="343" y="2317"/>
                  </a:cubicBezTo>
                  <a:cubicBezTo>
                    <a:pt x="1611" y="6593"/>
                    <a:pt x="4442" y="13326"/>
                    <a:pt x="6478" y="16858"/>
                  </a:cubicBezTo>
                  <a:cubicBezTo>
                    <a:pt x="7241" y="18181"/>
                    <a:pt x="8571" y="19071"/>
                    <a:pt x="10077" y="19291"/>
                  </a:cubicBezTo>
                  <a:cubicBezTo>
                    <a:pt x="11089" y="19437"/>
                    <a:pt x="12510" y="19620"/>
                    <a:pt x="14517" y="19859"/>
                  </a:cubicBezTo>
                  <a:cubicBezTo>
                    <a:pt x="14597" y="19868"/>
                    <a:pt x="14676" y="19873"/>
                    <a:pt x="14754" y="19873"/>
                  </a:cubicBezTo>
                  <a:cubicBezTo>
                    <a:pt x="16092" y="19873"/>
                    <a:pt x="17063" y="18532"/>
                    <a:pt x="16597" y="17230"/>
                  </a:cubicBezTo>
                  <a:cubicBezTo>
                    <a:pt x="14236" y="10649"/>
                    <a:pt x="11352" y="5281"/>
                    <a:pt x="9107" y="1622"/>
                  </a:cubicBezTo>
                  <a:cubicBezTo>
                    <a:pt x="8491" y="622"/>
                    <a:pt x="7400" y="18"/>
                    <a:pt x="6229" y="6"/>
                  </a:cubicBezTo>
                  <a:cubicBezTo>
                    <a:pt x="5447" y="6"/>
                    <a:pt x="4667" y="0"/>
                    <a:pt x="39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63"/>
            <p:cNvSpPr/>
            <p:nvPr/>
          </p:nvSpPr>
          <p:spPr>
            <a:xfrm>
              <a:off x="5495211" y="2079571"/>
              <a:ext cx="407322" cy="352067"/>
            </a:xfrm>
            <a:custGeom>
              <a:avLst/>
              <a:gdLst/>
              <a:ahLst/>
              <a:cxnLst/>
              <a:rect l="l" t="t" r="r" b="b"/>
              <a:pathLst>
                <a:path w="34308" h="29654" extrusionOk="0">
                  <a:moveTo>
                    <a:pt x="28849" y="0"/>
                  </a:moveTo>
                  <a:cubicBezTo>
                    <a:pt x="28196" y="536"/>
                    <a:pt x="27605" y="1073"/>
                    <a:pt x="27074" y="1586"/>
                  </a:cubicBezTo>
                  <a:cubicBezTo>
                    <a:pt x="22567" y="5959"/>
                    <a:pt x="9064" y="20516"/>
                    <a:pt x="5965" y="24305"/>
                  </a:cubicBezTo>
                  <a:cubicBezTo>
                    <a:pt x="4197" y="26469"/>
                    <a:pt x="2325" y="28347"/>
                    <a:pt x="0" y="29616"/>
                  </a:cubicBezTo>
                  <a:cubicBezTo>
                    <a:pt x="444" y="29642"/>
                    <a:pt x="874" y="29654"/>
                    <a:pt x="1290" y="29654"/>
                  </a:cubicBezTo>
                  <a:cubicBezTo>
                    <a:pt x="5358" y="29654"/>
                    <a:pt x="8081" y="28508"/>
                    <a:pt x="9570" y="27689"/>
                  </a:cubicBezTo>
                  <a:cubicBezTo>
                    <a:pt x="11608" y="26567"/>
                    <a:pt x="31178" y="5513"/>
                    <a:pt x="33216" y="2470"/>
                  </a:cubicBezTo>
                  <a:cubicBezTo>
                    <a:pt x="34308" y="848"/>
                    <a:pt x="31014" y="226"/>
                    <a:pt x="288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63"/>
            <p:cNvSpPr/>
            <p:nvPr/>
          </p:nvSpPr>
          <p:spPr>
            <a:xfrm>
              <a:off x="6332410" y="2074383"/>
              <a:ext cx="174941" cy="402870"/>
            </a:xfrm>
            <a:custGeom>
              <a:avLst/>
              <a:gdLst/>
              <a:ahLst/>
              <a:cxnLst/>
              <a:rect l="l" t="t" r="r" b="b"/>
              <a:pathLst>
                <a:path w="14735" h="33933" extrusionOk="0">
                  <a:moveTo>
                    <a:pt x="7558" y="1"/>
                  </a:moveTo>
                  <a:cubicBezTo>
                    <a:pt x="6953" y="1"/>
                    <a:pt x="6351" y="2"/>
                    <a:pt x="5752" y="4"/>
                  </a:cubicBezTo>
                  <a:cubicBezTo>
                    <a:pt x="4165" y="6938"/>
                    <a:pt x="1910" y="18355"/>
                    <a:pt x="1" y="33896"/>
                  </a:cubicBezTo>
                  <a:cubicBezTo>
                    <a:pt x="2952" y="33908"/>
                    <a:pt x="5910" y="33921"/>
                    <a:pt x="8849" y="33932"/>
                  </a:cubicBezTo>
                  <a:cubicBezTo>
                    <a:pt x="10881" y="17777"/>
                    <a:pt x="13271" y="6273"/>
                    <a:pt x="14735" y="52"/>
                  </a:cubicBezTo>
                  <a:cubicBezTo>
                    <a:pt x="12334" y="19"/>
                    <a:pt x="9929" y="1"/>
                    <a:pt x="75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63"/>
            <p:cNvSpPr/>
            <p:nvPr/>
          </p:nvSpPr>
          <p:spPr>
            <a:xfrm>
              <a:off x="5533733" y="2103669"/>
              <a:ext cx="326719" cy="299353"/>
            </a:xfrm>
            <a:custGeom>
              <a:avLst/>
              <a:gdLst/>
              <a:ahLst/>
              <a:cxnLst/>
              <a:rect l="l" t="t" r="r" b="b"/>
              <a:pathLst>
                <a:path w="27519" h="25214" extrusionOk="0">
                  <a:moveTo>
                    <a:pt x="23378" y="1"/>
                  </a:moveTo>
                  <a:cubicBezTo>
                    <a:pt x="18486" y="4831"/>
                    <a:pt x="5721" y="18609"/>
                    <a:pt x="2720" y="22275"/>
                  </a:cubicBezTo>
                  <a:cubicBezTo>
                    <a:pt x="1855" y="23336"/>
                    <a:pt x="958" y="24330"/>
                    <a:pt x="0" y="25214"/>
                  </a:cubicBezTo>
                  <a:cubicBezTo>
                    <a:pt x="2696" y="24836"/>
                    <a:pt x="4856" y="23933"/>
                    <a:pt x="5642" y="23482"/>
                  </a:cubicBezTo>
                  <a:cubicBezTo>
                    <a:pt x="7001" y="22708"/>
                    <a:pt x="24304" y="3563"/>
                    <a:pt x="26440" y="1617"/>
                  </a:cubicBezTo>
                  <a:cubicBezTo>
                    <a:pt x="27519" y="642"/>
                    <a:pt x="25366" y="257"/>
                    <a:pt x="233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63"/>
            <p:cNvSpPr/>
            <p:nvPr/>
          </p:nvSpPr>
          <p:spPr>
            <a:xfrm>
              <a:off x="4890060" y="2542907"/>
              <a:ext cx="232392" cy="131975"/>
            </a:xfrm>
            <a:custGeom>
              <a:avLst/>
              <a:gdLst/>
              <a:ahLst/>
              <a:cxnLst/>
              <a:rect l="l" t="t" r="r" b="b"/>
              <a:pathLst>
                <a:path w="19574" h="11116" extrusionOk="0">
                  <a:moveTo>
                    <a:pt x="14898" y="1"/>
                  </a:moveTo>
                  <a:cubicBezTo>
                    <a:pt x="14413" y="1"/>
                    <a:pt x="13858" y="33"/>
                    <a:pt x="13230" y="101"/>
                  </a:cubicBezTo>
                  <a:cubicBezTo>
                    <a:pt x="9948" y="455"/>
                    <a:pt x="6094" y="632"/>
                    <a:pt x="3026" y="723"/>
                  </a:cubicBezTo>
                  <a:cubicBezTo>
                    <a:pt x="2008" y="1931"/>
                    <a:pt x="1447" y="3260"/>
                    <a:pt x="1227" y="4498"/>
                  </a:cubicBezTo>
                  <a:cubicBezTo>
                    <a:pt x="825" y="6780"/>
                    <a:pt x="282" y="9652"/>
                    <a:pt x="1" y="11116"/>
                  </a:cubicBezTo>
                  <a:cubicBezTo>
                    <a:pt x="2782" y="10586"/>
                    <a:pt x="7181" y="9402"/>
                    <a:pt x="11443" y="6834"/>
                  </a:cubicBezTo>
                  <a:cubicBezTo>
                    <a:pt x="17759" y="3027"/>
                    <a:pt x="19574" y="1"/>
                    <a:pt x="14898" y="1"/>
                  </a:cubicBezTo>
                  <a:close/>
                </a:path>
              </a:pathLst>
            </a:custGeom>
            <a:solidFill>
              <a:srgbClr val="E6E6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63"/>
            <p:cNvSpPr/>
            <p:nvPr/>
          </p:nvSpPr>
          <p:spPr>
            <a:xfrm>
              <a:off x="5658702" y="2564929"/>
              <a:ext cx="1715909" cy="133779"/>
            </a:xfrm>
            <a:custGeom>
              <a:avLst/>
              <a:gdLst/>
              <a:ahLst/>
              <a:cxnLst/>
              <a:rect l="l" t="t" r="r" b="b"/>
              <a:pathLst>
                <a:path w="144528" h="11268" extrusionOk="0">
                  <a:moveTo>
                    <a:pt x="4384" y="1"/>
                  </a:moveTo>
                  <a:cubicBezTo>
                    <a:pt x="0" y="1"/>
                    <a:pt x="8833" y="9043"/>
                    <a:pt x="38900" y="9261"/>
                  </a:cubicBezTo>
                  <a:cubicBezTo>
                    <a:pt x="62576" y="9432"/>
                    <a:pt x="119711" y="10718"/>
                    <a:pt x="143528" y="11267"/>
                  </a:cubicBezTo>
                  <a:cubicBezTo>
                    <a:pt x="143942" y="8236"/>
                    <a:pt x="144443" y="4028"/>
                    <a:pt x="144527" y="771"/>
                  </a:cubicBezTo>
                  <a:cubicBezTo>
                    <a:pt x="120632" y="661"/>
                    <a:pt x="8600" y="118"/>
                    <a:pt x="4483" y="2"/>
                  </a:cubicBezTo>
                  <a:cubicBezTo>
                    <a:pt x="4449" y="1"/>
                    <a:pt x="4416" y="1"/>
                    <a:pt x="43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63"/>
            <p:cNvSpPr/>
            <p:nvPr/>
          </p:nvSpPr>
          <p:spPr>
            <a:xfrm>
              <a:off x="7204926" y="2546065"/>
              <a:ext cx="173006" cy="231276"/>
            </a:xfrm>
            <a:custGeom>
              <a:avLst/>
              <a:gdLst/>
              <a:ahLst/>
              <a:cxnLst/>
              <a:rect l="l" t="t" r="r" b="b"/>
              <a:pathLst>
                <a:path w="14572" h="19480" extrusionOk="0">
                  <a:moveTo>
                    <a:pt x="2270" y="0"/>
                  </a:moveTo>
                  <a:cubicBezTo>
                    <a:pt x="1" y="0"/>
                    <a:pt x="4471" y="14759"/>
                    <a:pt x="6411" y="17473"/>
                  </a:cubicBezTo>
                  <a:cubicBezTo>
                    <a:pt x="7412" y="18875"/>
                    <a:pt x="10790" y="19351"/>
                    <a:pt x="13828" y="19480"/>
                  </a:cubicBezTo>
                  <a:cubicBezTo>
                    <a:pt x="13150" y="18309"/>
                    <a:pt x="12662" y="17223"/>
                    <a:pt x="12772" y="16460"/>
                  </a:cubicBezTo>
                  <a:cubicBezTo>
                    <a:pt x="13034" y="14528"/>
                    <a:pt x="14571" y="4733"/>
                    <a:pt x="142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63"/>
            <p:cNvSpPr/>
            <p:nvPr/>
          </p:nvSpPr>
          <p:spPr>
            <a:xfrm>
              <a:off x="7240694" y="2565095"/>
              <a:ext cx="133910" cy="65607"/>
            </a:xfrm>
            <a:custGeom>
              <a:avLst/>
              <a:gdLst/>
              <a:ahLst/>
              <a:cxnLst/>
              <a:rect l="l" t="t" r="r" b="b"/>
              <a:pathLst>
                <a:path w="11279" h="5526" extrusionOk="0">
                  <a:moveTo>
                    <a:pt x="2080" y="0"/>
                  </a:moveTo>
                  <a:cubicBezTo>
                    <a:pt x="439" y="0"/>
                    <a:pt x="0" y="300"/>
                    <a:pt x="1166" y="4819"/>
                  </a:cubicBezTo>
                  <a:cubicBezTo>
                    <a:pt x="1227" y="5057"/>
                    <a:pt x="1288" y="5289"/>
                    <a:pt x="1348" y="5526"/>
                  </a:cubicBezTo>
                  <a:lnTo>
                    <a:pt x="10942" y="5526"/>
                  </a:lnTo>
                  <a:cubicBezTo>
                    <a:pt x="11132" y="3580"/>
                    <a:pt x="11265" y="1635"/>
                    <a:pt x="112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63"/>
            <p:cNvSpPr/>
            <p:nvPr/>
          </p:nvSpPr>
          <p:spPr>
            <a:xfrm>
              <a:off x="7278207" y="2701650"/>
              <a:ext cx="83998" cy="53023"/>
            </a:xfrm>
            <a:custGeom>
              <a:avLst/>
              <a:gdLst/>
              <a:ahLst/>
              <a:cxnLst/>
              <a:rect l="l" t="t" r="r" b="b"/>
              <a:pathLst>
                <a:path w="7075" h="4466" extrusionOk="0">
                  <a:moveTo>
                    <a:pt x="1" y="1"/>
                  </a:moveTo>
                  <a:cubicBezTo>
                    <a:pt x="702" y="1904"/>
                    <a:pt x="1439" y="3331"/>
                    <a:pt x="2154" y="3697"/>
                  </a:cubicBezTo>
                  <a:cubicBezTo>
                    <a:pt x="2976" y="4117"/>
                    <a:pt x="5081" y="4350"/>
                    <a:pt x="6751" y="4465"/>
                  </a:cubicBezTo>
                  <a:cubicBezTo>
                    <a:pt x="6618" y="4049"/>
                    <a:pt x="6551" y="3672"/>
                    <a:pt x="6599" y="3354"/>
                  </a:cubicBezTo>
                  <a:cubicBezTo>
                    <a:pt x="6672" y="2794"/>
                    <a:pt x="6855" y="1568"/>
                    <a:pt x="70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63"/>
            <p:cNvSpPr/>
            <p:nvPr/>
          </p:nvSpPr>
          <p:spPr>
            <a:xfrm>
              <a:off x="7256697" y="2630684"/>
              <a:ext cx="113905" cy="70986"/>
            </a:xfrm>
            <a:custGeom>
              <a:avLst/>
              <a:gdLst/>
              <a:ahLst/>
              <a:cxnLst/>
              <a:rect l="l" t="t" r="r" b="b"/>
              <a:pathLst>
                <a:path w="9594" h="5979" extrusionOk="0">
                  <a:moveTo>
                    <a:pt x="0" y="1"/>
                  </a:moveTo>
                  <a:cubicBezTo>
                    <a:pt x="549" y="2081"/>
                    <a:pt x="1166" y="4228"/>
                    <a:pt x="1813" y="5979"/>
                  </a:cubicBezTo>
                  <a:lnTo>
                    <a:pt x="8887" y="5979"/>
                  </a:lnTo>
                  <a:cubicBezTo>
                    <a:pt x="9118" y="4265"/>
                    <a:pt x="9388" y="2131"/>
                    <a:pt x="959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63"/>
            <p:cNvSpPr/>
            <p:nvPr/>
          </p:nvSpPr>
          <p:spPr>
            <a:xfrm>
              <a:off x="7250179" y="2617815"/>
              <a:ext cx="121658" cy="25704"/>
            </a:xfrm>
            <a:custGeom>
              <a:avLst/>
              <a:gdLst/>
              <a:ahLst/>
              <a:cxnLst/>
              <a:rect l="l" t="t" r="r" b="b"/>
              <a:pathLst>
                <a:path w="10247" h="2165" extrusionOk="0">
                  <a:moveTo>
                    <a:pt x="1" y="0"/>
                  </a:moveTo>
                  <a:lnTo>
                    <a:pt x="293" y="2165"/>
                  </a:lnTo>
                  <a:lnTo>
                    <a:pt x="10033" y="2165"/>
                  </a:lnTo>
                  <a:cubicBezTo>
                    <a:pt x="10114" y="1445"/>
                    <a:pt x="10180" y="719"/>
                    <a:pt x="102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63"/>
            <p:cNvSpPr/>
            <p:nvPr/>
          </p:nvSpPr>
          <p:spPr>
            <a:xfrm>
              <a:off x="7266918" y="2686087"/>
              <a:ext cx="97331" cy="25716"/>
            </a:xfrm>
            <a:custGeom>
              <a:avLst/>
              <a:gdLst/>
              <a:ahLst/>
              <a:cxnLst/>
              <a:rect l="l" t="t" r="r" b="b"/>
              <a:pathLst>
                <a:path w="8198" h="2166" extrusionOk="0">
                  <a:moveTo>
                    <a:pt x="0" y="0"/>
                  </a:moveTo>
                  <a:lnTo>
                    <a:pt x="293" y="2165"/>
                  </a:lnTo>
                  <a:lnTo>
                    <a:pt x="7904" y="2165"/>
                  </a:lnTo>
                  <a:cubicBezTo>
                    <a:pt x="7995" y="1518"/>
                    <a:pt x="8099" y="786"/>
                    <a:pt x="81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63"/>
            <p:cNvSpPr/>
            <p:nvPr/>
          </p:nvSpPr>
          <p:spPr>
            <a:xfrm>
              <a:off x="5576529" y="2033629"/>
              <a:ext cx="1573557" cy="995177"/>
            </a:xfrm>
            <a:custGeom>
              <a:avLst/>
              <a:gdLst/>
              <a:ahLst/>
              <a:cxnLst/>
              <a:rect l="l" t="t" r="r" b="b"/>
              <a:pathLst>
                <a:path w="132538" h="83822" extrusionOk="0">
                  <a:moveTo>
                    <a:pt x="70693" y="577"/>
                  </a:moveTo>
                  <a:cubicBezTo>
                    <a:pt x="78244" y="577"/>
                    <a:pt x="86160" y="783"/>
                    <a:pt x="93558" y="1132"/>
                  </a:cubicBezTo>
                  <a:cubicBezTo>
                    <a:pt x="113910" y="2095"/>
                    <a:pt x="117375" y="4248"/>
                    <a:pt x="118118" y="6010"/>
                  </a:cubicBezTo>
                  <a:cubicBezTo>
                    <a:pt x="118869" y="7786"/>
                    <a:pt x="124974" y="24533"/>
                    <a:pt x="127573" y="33602"/>
                  </a:cubicBezTo>
                  <a:cubicBezTo>
                    <a:pt x="128482" y="36774"/>
                    <a:pt x="129543" y="40861"/>
                    <a:pt x="130531" y="44794"/>
                  </a:cubicBezTo>
                  <a:cubicBezTo>
                    <a:pt x="131720" y="49552"/>
                    <a:pt x="128064" y="53984"/>
                    <a:pt x="123284" y="53984"/>
                  </a:cubicBezTo>
                  <a:cubicBezTo>
                    <a:pt x="123039" y="53984"/>
                    <a:pt x="122791" y="53972"/>
                    <a:pt x="122540" y="53948"/>
                  </a:cubicBezTo>
                  <a:cubicBezTo>
                    <a:pt x="121401" y="53840"/>
                    <a:pt x="120230" y="53785"/>
                    <a:pt x="119040" y="53785"/>
                  </a:cubicBezTo>
                  <a:cubicBezTo>
                    <a:pt x="111132" y="53785"/>
                    <a:pt x="102342" y="56215"/>
                    <a:pt x="95827" y="61585"/>
                  </a:cubicBezTo>
                  <a:cubicBezTo>
                    <a:pt x="89124" y="67110"/>
                    <a:pt x="86441" y="73917"/>
                    <a:pt x="84666" y="78424"/>
                  </a:cubicBezTo>
                  <a:cubicBezTo>
                    <a:pt x="83562" y="81216"/>
                    <a:pt x="82763" y="83242"/>
                    <a:pt x="81647" y="83242"/>
                  </a:cubicBezTo>
                  <a:lnTo>
                    <a:pt x="12680" y="83242"/>
                  </a:lnTo>
                  <a:cubicBezTo>
                    <a:pt x="8404" y="83242"/>
                    <a:pt x="8380" y="82871"/>
                    <a:pt x="8142" y="79296"/>
                  </a:cubicBezTo>
                  <a:cubicBezTo>
                    <a:pt x="8069" y="78247"/>
                    <a:pt x="7984" y="76935"/>
                    <a:pt x="7764" y="75307"/>
                  </a:cubicBezTo>
                  <a:cubicBezTo>
                    <a:pt x="7160" y="70812"/>
                    <a:pt x="4567" y="67842"/>
                    <a:pt x="2678" y="65671"/>
                  </a:cubicBezTo>
                  <a:cubicBezTo>
                    <a:pt x="1507" y="64329"/>
                    <a:pt x="586" y="63268"/>
                    <a:pt x="586" y="62390"/>
                  </a:cubicBezTo>
                  <a:cubicBezTo>
                    <a:pt x="586" y="59364"/>
                    <a:pt x="1274" y="42244"/>
                    <a:pt x="2202" y="40507"/>
                  </a:cubicBezTo>
                  <a:cubicBezTo>
                    <a:pt x="8514" y="28668"/>
                    <a:pt x="26451" y="8298"/>
                    <a:pt x="36142" y="3682"/>
                  </a:cubicBezTo>
                  <a:cubicBezTo>
                    <a:pt x="40814" y="1455"/>
                    <a:pt x="54964" y="577"/>
                    <a:pt x="70693" y="577"/>
                  </a:cubicBezTo>
                  <a:close/>
                  <a:moveTo>
                    <a:pt x="70785" y="1"/>
                  </a:moveTo>
                  <a:cubicBezTo>
                    <a:pt x="54939" y="1"/>
                    <a:pt x="40637" y="890"/>
                    <a:pt x="35892" y="3150"/>
                  </a:cubicBezTo>
                  <a:cubicBezTo>
                    <a:pt x="26109" y="7809"/>
                    <a:pt x="8038" y="28327"/>
                    <a:pt x="1684" y="40231"/>
                  </a:cubicBezTo>
                  <a:cubicBezTo>
                    <a:pt x="659" y="42153"/>
                    <a:pt x="0" y="59938"/>
                    <a:pt x="0" y="62390"/>
                  </a:cubicBezTo>
                  <a:cubicBezTo>
                    <a:pt x="0" y="63488"/>
                    <a:pt x="988" y="64616"/>
                    <a:pt x="2239" y="66049"/>
                  </a:cubicBezTo>
                  <a:cubicBezTo>
                    <a:pt x="4080" y="68166"/>
                    <a:pt x="6605" y="71062"/>
                    <a:pt x="7185" y="75386"/>
                  </a:cubicBezTo>
                  <a:cubicBezTo>
                    <a:pt x="7404" y="76997"/>
                    <a:pt x="7489" y="78296"/>
                    <a:pt x="7562" y="79339"/>
                  </a:cubicBezTo>
                  <a:cubicBezTo>
                    <a:pt x="7818" y="83187"/>
                    <a:pt x="7995" y="83822"/>
                    <a:pt x="12680" y="83822"/>
                  </a:cubicBezTo>
                  <a:lnTo>
                    <a:pt x="81647" y="83822"/>
                  </a:lnTo>
                  <a:cubicBezTo>
                    <a:pt x="83159" y="83822"/>
                    <a:pt x="83976" y="81760"/>
                    <a:pt x="85209" y="78637"/>
                  </a:cubicBezTo>
                  <a:cubicBezTo>
                    <a:pt x="86959" y="74185"/>
                    <a:pt x="89606" y="67465"/>
                    <a:pt x="96198" y="62030"/>
                  </a:cubicBezTo>
                  <a:cubicBezTo>
                    <a:pt x="102527" y="56814"/>
                    <a:pt x="111282" y="54449"/>
                    <a:pt x="119121" y="54449"/>
                  </a:cubicBezTo>
                  <a:cubicBezTo>
                    <a:pt x="120274" y="54449"/>
                    <a:pt x="121407" y="54500"/>
                    <a:pt x="122510" y="54601"/>
                  </a:cubicBezTo>
                  <a:cubicBezTo>
                    <a:pt x="122523" y="54601"/>
                    <a:pt x="122534" y="54601"/>
                    <a:pt x="122546" y="54607"/>
                  </a:cubicBezTo>
                  <a:cubicBezTo>
                    <a:pt x="122729" y="54626"/>
                    <a:pt x="122912" y="54644"/>
                    <a:pt x="123102" y="54668"/>
                  </a:cubicBezTo>
                  <a:cubicBezTo>
                    <a:pt x="123256" y="54679"/>
                    <a:pt x="123410" y="54684"/>
                    <a:pt x="123565" y="54684"/>
                  </a:cubicBezTo>
                  <a:cubicBezTo>
                    <a:pt x="127820" y="54684"/>
                    <a:pt x="132537" y="50777"/>
                    <a:pt x="131359" y="45728"/>
                  </a:cubicBezTo>
                  <a:cubicBezTo>
                    <a:pt x="130304" y="41470"/>
                    <a:pt x="129127" y="36909"/>
                    <a:pt x="128133" y="33444"/>
                  </a:cubicBezTo>
                  <a:cubicBezTo>
                    <a:pt x="125633" y="24716"/>
                    <a:pt x="119570" y="7956"/>
                    <a:pt x="118655" y="5785"/>
                  </a:cubicBezTo>
                  <a:cubicBezTo>
                    <a:pt x="117752" y="3638"/>
                    <a:pt x="114087" y="1523"/>
                    <a:pt x="93583" y="552"/>
                  </a:cubicBezTo>
                  <a:cubicBezTo>
                    <a:pt x="86209" y="202"/>
                    <a:pt x="78322" y="1"/>
                    <a:pt x="7078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63"/>
            <p:cNvSpPr/>
            <p:nvPr/>
          </p:nvSpPr>
          <p:spPr>
            <a:xfrm>
              <a:off x="7030869" y="2681813"/>
              <a:ext cx="451" cy="71"/>
            </a:xfrm>
            <a:custGeom>
              <a:avLst/>
              <a:gdLst/>
              <a:ahLst/>
              <a:cxnLst/>
              <a:rect l="l" t="t" r="r" b="b"/>
              <a:pathLst>
                <a:path w="38" h="6" extrusionOk="0">
                  <a:moveTo>
                    <a:pt x="1" y="0"/>
                  </a:moveTo>
                  <a:cubicBezTo>
                    <a:pt x="14" y="6"/>
                    <a:pt x="25" y="6"/>
                    <a:pt x="37" y="6"/>
                  </a:cubicBezTo>
                  <a:cubicBezTo>
                    <a:pt x="25" y="0"/>
                    <a:pt x="14" y="0"/>
                    <a:pt x="1" y="0"/>
                  </a:cubicBezTo>
                  <a:close/>
                </a:path>
              </a:pathLst>
            </a:custGeom>
            <a:solidFill>
              <a:srgbClr val="6A99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63"/>
            <p:cNvSpPr/>
            <p:nvPr/>
          </p:nvSpPr>
          <p:spPr>
            <a:xfrm>
              <a:off x="6353268" y="2476986"/>
              <a:ext cx="43157" cy="549376"/>
            </a:xfrm>
            <a:custGeom>
              <a:avLst/>
              <a:gdLst/>
              <a:ahLst/>
              <a:cxnLst/>
              <a:rect l="l" t="t" r="r" b="b"/>
              <a:pathLst>
                <a:path w="3635" h="46273" extrusionOk="0">
                  <a:moveTo>
                    <a:pt x="3055" y="1"/>
                  </a:moveTo>
                  <a:cubicBezTo>
                    <a:pt x="1493" y="15400"/>
                    <a:pt x="0" y="35233"/>
                    <a:pt x="0" y="46273"/>
                  </a:cubicBezTo>
                  <a:lnTo>
                    <a:pt x="586" y="46273"/>
                  </a:lnTo>
                  <a:cubicBezTo>
                    <a:pt x="586" y="35233"/>
                    <a:pt x="2073" y="15388"/>
                    <a:pt x="36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63"/>
            <p:cNvSpPr/>
            <p:nvPr/>
          </p:nvSpPr>
          <p:spPr>
            <a:xfrm>
              <a:off x="6456002" y="2036406"/>
              <a:ext cx="17025" cy="38170"/>
            </a:xfrm>
            <a:custGeom>
              <a:avLst/>
              <a:gdLst/>
              <a:ahLst/>
              <a:cxnLst/>
              <a:rect l="l" t="t" r="r" b="b"/>
              <a:pathLst>
                <a:path w="1434" h="3215" extrusionOk="0">
                  <a:moveTo>
                    <a:pt x="878" y="0"/>
                  </a:moveTo>
                  <a:cubicBezTo>
                    <a:pt x="867" y="31"/>
                    <a:pt x="524" y="1202"/>
                    <a:pt x="0" y="3209"/>
                  </a:cubicBezTo>
                  <a:cubicBezTo>
                    <a:pt x="202" y="3209"/>
                    <a:pt x="403" y="3215"/>
                    <a:pt x="605" y="3215"/>
                  </a:cubicBezTo>
                  <a:cubicBezTo>
                    <a:pt x="1098" y="1306"/>
                    <a:pt x="1427" y="197"/>
                    <a:pt x="1433" y="166"/>
                  </a:cubicBezTo>
                  <a:lnTo>
                    <a:pt x="878" y="0"/>
                  </a:lnTo>
                  <a:close/>
                </a:path>
              </a:pathLst>
            </a:custGeom>
            <a:solidFill>
              <a:srgbClr val="6A99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63"/>
            <p:cNvSpPr/>
            <p:nvPr/>
          </p:nvSpPr>
          <p:spPr>
            <a:xfrm>
              <a:off x="6389534" y="2074490"/>
              <a:ext cx="73657" cy="402549"/>
            </a:xfrm>
            <a:custGeom>
              <a:avLst/>
              <a:gdLst/>
              <a:ahLst/>
              <a:cxnLst/>
              <a:rect l="l" t="t" r="r" b="b"/>
              <a:pathLst>
                <a:path w="6204" h="33906" extrusionOk="0">
                  <a:moveTo>
                    <a:pt x="5599" y="1"/>
                  </a:moveTo>
                  <a:cubicBezTo>
                    <a:pt x="4740" y="3313"/>
                    <a:pt x="3398" y="8912"/>
                    <a:pt x="2269" y="15463"/>
                  </a:cubicBezTo>
                  <a:cubicBezTo>
                    <a:pt x="1622" y="19238"/>
                    <a:pt x="799" y="25983"/>
                    <a:pt x="0" y="33906"/>
                  </a:cubicBezTo>
                  <a:lnTo>
                    <a:pt x="580" y="33906"/>
                  </a:lnTo>
                  <a:cubicBezTo>
                    <a:pt x="1385" y="26031"/>
                    <a:pt x="2202" y="19317"/>
                    <a:pt x="2843" y="15559"/>
                  </a:cubicBezTo>
                  <a:cubicBezTo>
                    <a:pt x="3983" y="8930"/>
                    <a:pt x="5343" y="3289"/>
                    <a:pt x="6204" y="7"/>
                  </a:cubicBezTo>
                  <a:cubicBezTo>
                    <a:pt x="6002" y="7"/>
                    <a:pt x="5801" y="1"/>
                    <a:pt x="55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63"/>
            <p:cNvSpPr/>
            <p:nvPr/>
          </p:nvSpPr>
          <p:spPr>
            <a:xfrm>
              <a:off x="5731319" y="2336869"/>
              <a:ext cx="138742" cy="142862"/>
            </a:xfrm>
            <a:custGeom>
              <a:avLst/>
              <a:gdLst/>
              <a:ahLst/>
              <a:cxnLst/>
              <a:rect l="l" t="t" r="r" b="b"/>
              <a:pathLst>
                <a:path w="11686" h="12033" extrusionOk="0">
                  <a:moveTo>
                    <a:pt x="9496" y="0"/>
                  </a:moveTo>
                  <a:cubicBezTo>
                    <a:pt x="8799" y="0"/>
                    <a:pt x="7937" y="103"/>
                    <a:pt x="6959" y="350"/>
                  </a:cubicBezTo>
                  <a:cubicBezTo>
                    <a:pt x="4856" y="874"/>
                    <a:pt x="372" y="6125"/>
                    <a:pt x="372" y="9412"/>
                  </a:cubicBezTo>
                  <a:cubicBezTo>
                    <a:pt x="372" y="9412"/>
                    <a:pt x="1" y="11773"/>
                    <a:pt x="1050" y="11773"/>
                  </a:cubicBezTo>
                  <a:cubicBezTo>
                    <a:pt x="1650" y="11773"/>
                    <a:pt x="4835" y="12033"/>
                    <a:pt x="7472" y="12033"/>
                  </a:cubicBezTo>
                  <a:cubicBezTo>
                    <a:pt x="9442" y="12033"/>
                    <a:pt x="11107" y="11888"/>
                    <a:pt x="11162" y="11382"/>
                  </a:cubicBezTo>
                  <a:cubicBezTo>
                    <a:pt x="11296" y="10200"/>
                    <a:pt x="11686" y="739"/>
                    <a:pt x="11162" y="350"/>
                  </a:cubicBezTo>
                  <a:cubicBezTo>
                    <a:pt x="10881" y="137"/>
                    <a:pt x="10299" y="0"/>
                    <a:pt x="9496" y="0"/>
                  </a:cubicBez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63"/>
            <p:cNvSpPr/>
            <p:nvPr/>
          </p:nvSpPr>
          <p:spPr>
            <a:xfrm>
              <a:off x="5735224" y="2336857"/>
              <a:ext cx="118048" cy="117063"/>
            </a:xfrm>
            <a:custGeom>
              <a:avLst/>
              <a:gdLst/>
              <a:ahLst/>
              <a:cxnLst/>
              <a:rect l="l" t="t" r="r" b="b"/>
              <a:pathLst>
                <a:path w="9943" h="9860" extrusionOk="0">
                  <a:moveTo>
                    <a:pt x="9176" y="1"/>
                  </a:moveTo>
                  <a:cubicBezTo>
                    <a:pt x="8477" y="1"/>
                    <a:pt x="7611" y="102"/>
                    <a:pt x="6630" y="351"/>
                  </a:cubicBezTo>
                  <a:cubicBezTo>
                    <a:pt x="4527" y="875"/>
                    <a:pt x="43" y="6126"/>
                    <a:pt x="43" y="9413"/>
                  </a:cubicBezTo>
                  <a:cubicBezTo>
                    <a:pt x="43" y="9413"/>
                    <a:pt x="19" y="9584"/>
                    <a:pt x="1" y="9835"/>
                  </a:cubicBezTo>
                  <a:cubicBezTo>
                    <a:pt x="723" y="9846"/>
                    <a:pt x="1759" y="9860"/>
                    <a:pt x="2957" y="9860"/>
                  </a:cubicBezTo>
                  <a:cubicBezTo>
                    <a:pt x="4155" y="9860"/>
                    <a:pt x="5517" y="9846"/>
                    <a:pt x="6892" y="9804"/>
                  </a:cubicBezTo>
                  <a:cubicBezTo>
                    <a:pt x="9943" y="9712"/>
                    <a:pt x="9668" y="3217"/>
                    <a:pt x="9344" y="3"/>
                  </a:cubicBezTo>
                  <a:cubicBezTo>
                    <a:pt x="9289" y="1"/>
                    <a:pt x="9233" y="1"/>
                    <a:pt x="9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63"/>
            <p:cNvSpPr/>
            <p:nvPr/>
          </p:nvSpPr>
          <p:spPr>
            <a:xfrm>
              <a:off x="5745730" y="2364292"/>
              <a:ext cx="72957" cy="75640"/>
            </a:xfrm>
            <a:custGeom>
              <a:avLst/>
              <a:gdLst/>
              <a:ahLst/>
              <a:cxnLst/>
              <a:rect l="l" t="t" r="r" b="b"/>
              <a:pathLst>
                <a:path w="6145" h="6371" extrusionOk="0">
                  <a:moveTo>
                    <a:pt x="5209" y="1"/>
                  </a:moveTo>
                  <a:cubicBezTo>
                    <a:pt x="4691" y="1"/>
                    <a:pt x="3958" y="387"/>
                    <a:pt x="3378" y="1058"/>
                  </a:cubicBezTo>
                  <a:cubicBezTo>
                    <a:pt x="1653" y="3065"/>
                    <a:pt x="0" y="5621"/>
                    <a:pt x="1019" y="6114"/>
                  </a:cubicBezTo>
                  <a:cubicBezTo>
                    <a:pt x="1381" y="6291"/>
                    <a:pt x="1713" y="6370"/>
                    <a:pt x="2018" y="6370"/>
                  </a:cubicBezTo>
                  <a:cubicBezTo>
                    <a:pt x="3867" y="6370"/>
                    <a:pt x="4730" y="3462"/>
                    <a:pt x="5520" y="1838"/>
                  </a:cubicBezTo>
                  <a:cubicBezTo>
                    <a:pt x="6145" y="555"/>
                    <a:pt x="5831" y="1"/>
                    <a:pt x="52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63"/>
            <p:cNvSpPr/>
            <p:nvPr/>
          </p:nvSpPr>
          <p:spPr>
            <a:xfrm>
              <a:off x="6186357" y="2560038"/>
              <a:ext cx="103208" cy="75747"/>
            </a:xfrm>
            <a:custGeom>
              <a:avLst/>
              <a:gdLst/>
              <a:ahLst/>
              <a:cxnLst/>
              <a:rect l="l" t="t" r="r" b="b"/>
              <a:pathLst>
                <a:path w="8693" h="6380" extrusionOk="0">
                  <a:moveTo>
                    <a:pt x="4344" y="0"/>
                  </a:moveTo>
                  <a:cubicBezTo>
                    <a:pt x="1948" y="0"/>
                    <a:pt x="1" y="1427"/>
                    <a:pt x="1" y="3190"/>
                  </a:cubicBezTo>
                  <a:cubicBezTo>
                    <a:pt x="1" y="4952"/>
                    <a:pt x="1948" y="6379"/>
                    <a:pt x="4344" y="6379"/>
                  </a:cubicBezTo>
                  <a:cubicBezTo>
                    <a:pt x="6747" y="6379"/>
                    <a:pt x="8693" y="4952"/>
                    <a:pt x="8693" y="3190"/>
                  </a:cubicBezTo>
                  <a:cubicBezTo>
                    <a:pt x="8693" y="1427"/>
                    <a:pt x="6747" y="0"/>
                    <a:pt x="43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63"/>
            <p:cNvSpPr/>
            <p:nvPr/>
          </p:nvSpPr>
          <p:spPr>
            <a:xfrm>
              <a:off x="6146921" y="2576432"/>
              <a:ext cx="179583" cy="38859"/>
            </a:xfrm>
            <a:custGeom>
              <a:avLst/>
              <a:gdLst/>
              <a:ahLst/>
              <a:cxnLst/>
              <a:rect l="l" t="t" r="r" b="b"/>
              <a:pathLst>
                <a:path w="15126" h="3273" extrusionOk="0">
                  <a:moveTo>
                    <a:pt x="11882" y="1"/>
                  </a:moveTo>
                  <a:cubicBezTo>
                    <a:pt x="9102" y="1"/>
                    <a:pt x="3831" y="158"/>
                    <a:pt x="2464" y="443"/>
                  </a:cubicBezTo>
                  <a:cubicBezTo>
                    <a:pt x="908" y="759"/>
                    <a:pt x="0" y="1888"/>
                    <a:pt x="372" y="2693"/>
                  </a:cubicBezTo>
                  <a:cubicBezTo>
                    <a:pt x="599" y="3176"/>
                    <a:pt x="1578" y="3273"/>
                    <a:pt x="3103" y="3273"/>
                  </a:cubicBezTo>
                  <a:cubicBezTo>
                    <a:pt x="4118" y="3273"/>
                    <a:pt x="5374" y="3230"/>
                    <a:pt x="6813" y="3230"/>
                  </a:cubicBezTo>
                  <a:cubicBezTo>
                    <a:pt x="6813" y="3230"/>
                    <a:pt x="10832" y="3272"/>
                    <a:pt x="12868" y="3272"/>
                  </a:cubicBezTo>
                  <a:cubicBezTo>
                    <a:pt x="14906" y="3272"/>
                    <a:pt x="15125" y="64"/>
                    <a:pt x="12868" y="10"/>
                  </a:cubicBezTo>
                  <a:cubicBezTo>
                    <a:pt x="12597" y="4"/>
                    <a:pt x="12263" y="1"/>
                    <a:pt x="11882" y="1"/>
                  </a:cubicBezTo>
                  <a:close/>
                </a:path>
              </a:pathLst>
            </a:custGeom>
            <a:solidFill>
              <a:srgbClr val="D5D6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63"/>
            <p:cNvSpPr/>
            <p:nvPr/>
          </p:nvSpPr>
          <p:spPr>
            <a:xfrm>
              <a:off x="6149806" y="2591592"/>
              <a:ext cx="170679" cy="23698"/>
            </a:xfrm>
            <a:custGeom>
              <a:avLst/>
              <a:gdLst/>
              <a:ahLst/>
              <a:cxnLst/>
              <a:rect l="l" t="t" r="r" b="b"/>
              <a:pathLst>
                <a:path w="14376" h="1996" extrusionOk="0">
                  <a:moveTo>
                    <a:pt x="14205" y="0"/>
                  </a:moveTo>
                  <a:lnTo>
                    <a:pt x="14205" y="0"/>
                  </a:lnTo>
                  <a:cubicBezTo>
                    <a:pt x="13517" y="562"/>
                    <a:pt x="11625" y="1574"/>
                    <a:pt x="6996" y="1574"/>
                  </a:cubicBezTo>
                  <a:cubicBezTo>
                    <a:pt x="3147" y="1574"/>
                    <a:pt x="1154" y="988"/>
                    <a:pt x="171" y="526"/>
                  </a:cubicBezTo>
                  <a:cubicBezTo>
                    <a:pt x="25" y="830"/>
                    <a:pt x="0" y="1142"/>
                    <a:pt x="129" y="1416"/>
                  </a:cubicBezTo>
                  <a:cubicBezTo>
                    <a:pt x="356" y="1899"/>
                    <a:pt x="1335" y="1996"/>
                    <a:pt x="2860" y="1996"/>
                  </a:cubicBezTo>
                  <a:cubicBezTo>
                    <a:pt x="3875" y="1996"/>
                    <a:pt x="5131" y="1953"/>
                    <a:pt x="6570" y="1953"/>
                  </a:cubicBezTo>
                  <a:cubicBezTo>
                    <a:pt x="6570" y="1953"/>
                    <a:pt x="10589" y="1995"/>
                    <a:pt x="12625" y="1995"/>
                  </a:cubicBezTo>
                  <a:cubicBezTo>
                    <a:pt x="13809" y="1995"/>
                    <a:pt x="14376" y="922"/>
                    <a:pt x="14205" y="0"/>
                  </a:cubicBezTo>
                  <a:close/>
                </a:path>
              </a:pathLst>
            </a:custGeom>
            <a:solidFill>
              <a:srgbClr val="B2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63"/>
            <p:cNvSpPr/>
            <p:nvPr/>
          </p:nvSpPr>
          <p:spPr>
            <a:xfrm>
              <a:off x="6898457" y="2548511"/>
              <a:ext cx="103184" cy="75770"/>
            </a:xfrm>
            <a:custGeom>
              <a:avLst/>
              <a:gdLst/>
              <a:ahLst/>
              <a:cxnLst/>
              <a:rect l="l" t="t" r="r" b="b"/>
              <a:pathLst>
                <a:path w="8691" h="6382" extrusionOk="0">
                  <a:moveTo>
                    <a:pt x="4348" y="1"/>
                  </a:moveTo>
                  <a:cubicBezTo>
                    <a:pt x="1946" y="1"/>
                    <a:pt x="1" y="1428"/>
                    <a:pt x="1" y="3190"/>
                  </a:cubicBezTo>
                  <a:cubicBezTo>
                    <a:pt x="1" y="4954"/>
                    <a:pt x="1946" y="6381"/>
                    <a:pt x="4348" y="6381"/>
                  </a:cubicBezTo>
                  <a:cubicBezTo>
                    <a:pt x="6746" y="6381"/>
                    <a:pt x="8691" y="4954"/>
                    <a:pt x="8691" y="3190"/>
                  </a:cubicBezTo>
                  <a:cubicBezTo>
                    <a:pt x="8691" y="1428"/>
                    <a:pt x="6746" y="1"/>
                    <a:pt x="4348" y="1"/>
                  </a:cubicBezTo>
                  <a:close/>
                </a:path>
              </a:pathLst>
            </a:custGeom>
            <a:solidFill>
              <a:srgbClr val="77A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63"/>
            <p:cNvSpPr/>
            <p:nvPr/>
          </p:nvSpPr>
          <p:spPr>
            <a:xfrm>
              <a:off x="6858996" y="2564917"/>
              <a:ext cx="179583" cy="38859"/>
            </a:xfrm>
            <a:custGeom>
              <a:avLst/>
              <a:gdLst/>
              <a:ahLst/>
              <a:cxnLst/>
              <a:rect l="l" t="t" r="r" b="b"/>
              <a:pathLst>
                <a:path w="15126" h="3273" extrusionOk="0">
                  <a:moveTo>
                    <a:pt x="11907" y="1"/>
                  </a:moveTo>
                  <a:cubicBezTo>
                    <a:pt x="9128" y="1"/>
                    <a:pt x="3842" y="157"/>
                    <a:pt x="2470" y="442"/>
                  </a:cubicBezTo>
                  <a:cubicBezTo>
                    <a:pt x="915" y="766"/>
                    <a:pt x="0" y="1889"/>
                    <a:pt x="378" y="2694"/>
                  </a:cubicBezTo>
                  <a:cubicBezTo>
                    <a:pt x="601" y="3176"/>
                    <a:pt x="1577" y="3273"/>
                    <a:pt x="3096" y="3273"/>
                  </a:cubicBezTo>
                  <a:cubicBezTo>
                    <a:pt x="4113" y="3273"/>
                    <a:pt x="5373" y="3229"/>
                    <a:pt x="6813" y="3229"/>
                  </a:cubicBezTo>
                  <a:cubicBezTo>
                    <a:pt x="6813" y="3229"/>
                    <a:pt x="10832" y="3272"/>
                    <a:pt x="12876" y="3272"/>
                  </a:cubicBezTo>
                  <a:cubicBezTo>
                    <a:pt x="14912" y="3272"/>
                    <a:pt x="15125" y="65"/>
                    <a:pt x="12876" y="9"/>
                  </a:cubicBezTo>
                  <a:cubicBezTo>
                    <a:pt x="12608" y="4"/>
                    <a:pt x="12280" y="1"/>
                    <a:pt x="11907" y="1"/>
                  </a:cubicBezTo>
                  <a:close/>
                </a:path>
              </a:pathLst>
            </a:custGeom>
            <a:solidFill>
              <a:srgbClr val="D5D6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63"/>
            <p:cNvSpPr/>
            <p:nvPr/>
          </p:nvSpPr>
          <p:spPr>
            <a:xfrm>
              <a:off x="6861964" y="2580160"/>
              <a:ext cx="170608" cy="23614"/>
            </a:xfrm>
            <a:custGeom>
              <a:avLst/>
              <a:gdLst/>
              <a:ahLst/>
              <a:cxnLst/>
              <a:rect l="l" t="t" r="r" b="b"/>
              <a:pathLst>
                <a:path w="14370" h="1989" extrusionOk="0">
                  <a:moveTo>
                    <a:pt x="14205" y="0"/>
                  </a:moveTo>
                  <a:lnTo>
                    <a:pt x="14205" y="0"/>
                  </a:lnTo>
                  <a:cubicBezTo>
                    <a:pt x="13510" y="555"/>
                    <a:pt x="11619" y="1574"/>
                    <a:pt x="6990" y="1574"/>
                  </a:cubicBezTo>
                  <a:cubicBezTo>
                    <a:pt x="3141" y="1574"/>
                    <a:pt x="1147" y="982"/>
                    <a:pt x="171" y="518"/>
                  </a:cubicBezTo>
                  <a:cubicBezTo>
                    <a:pt x="24" y="824"/>
                    <a:pt x="1" y="1135"/>
                    <a:pt x="128" y="1410"/>
                  </a:cubicBezTo>
                  <a:cubicBezTo>
                    <a:pt x="351" y="1892"/>
                    <a:pt x="1327" y="1989"/>
                    <a:pt x="2846" y="1989"/>
                  </a:cubicBezTo>
                  <a:cubicBezTo>
                    <a:pt x="3863" y="1989"/>
                    <a:pt x="5123" y="1945"/>
                    <a:pt x="6563" y="1945"/>
                  </a:cubicBezTo>
                  <a:cubicBezTo>
                    <a:pt x="6563" y="1945"/>
                    <a:pt x="10582" y="1988"/>
                    <a:pt x="12626" y="1988"/>
                  </a:cubicBezTo>
                  <a:cubicBezTo>
                    <a:pt x="13803" y="1988"/>
                    <a:pt x="14369" y="915"/>
                    <a:pt x="14205" y="0"/>
                  </a:cubicBezTo>
                  <a:close/>
                </a:path>
              </a:pathLst>
            </a:custGeom>
            <a:solidFill>
              <a:srgbClr val="B2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63"/>
            <p:cNvSpPr/>
            <p:nvPr/>
          </p:nvSpPr>
          <p:spPr>
            <a:xfrm>
              <a:off x="5337952" y="2557058"/>
              <a:ext cx="94576" cy="34549"/>
            </a:xfrm>
            <a:custGeom>
              <a:avLst/>
              <a:gdLst/>
              <a:ahLst/>
              <a:cxnLst/>
              <a:rect l="l" t="t" r="r" b="b"/>
              <a:pathLst>
                <a:path w="7966" h="2910" extrusionOk="0">
                  <a:moveTo>
                    <a:pt x="1458" y="1"/>
                  </a:moveTo>
                  <a:cubicBezTo>
                    <a:pt x="659" y="1"/>
                    <a:pt x="0" y="660"/>
                    <a:pt x="0" y="1459"/>
                  </a:cubicBezTo>
                  <a:cubicBezTo>
                    <a:pt x="0" y="2258"/>
                    <a:pt x="659" y="2909"/>
                    <a:pt x="1458" y="2909"/>
                  </a:cubicBezTo>
                  <a:lnTo>
                    <a:pt x="6514" y="2909"/>
                  </a:lnTo>
                  <a:cubicBezTo>
                    <a:pt x="7313" y="2909"/>
                    <a:pt x="7966" y="2258"/>
                    <a:pt x="7966" y="1459"/>
                  </a:cubicBezTo>
                  <a:cubicBezTo>
                    <a:pt x="7966" y="660"/>
                    <a:pt x="7313" y="1"/>
                    <a:pt x="65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63"/>
            <p:cNvSpPr/>
            <p:nvPr/>
          </p:nvSpPr>
          <p:spPr>
            <a:xfrm>
              <a:off x="5741516" y="2219153"/>
              <a:ext cx="15149" cy="16230"/>
            </a:xfrm>
            <a:custGeom>
              <a:avLst/>
              <a:gdLst/>
              <a:ahLst/>
              <a:cxnLst/>
              <a:rect l="l" t="t" r="r" b="b"/>
              <a:pathLst>
                <a:path w="1276" h="1367" extrusionOk="0">
                  <a:moveTo>
                    <a:pt x="1276" y="1"/>
                  </a:moveTo>
                  <a:cubicBezTo>
                    <a:pt x="856" y="452"/>
                    <a:pt x="428" y="910"/>
                    <a:pt x="1" y="1366"/>
                  </a:cubicBezTo>
                  <a:cubicBezTo>
                    <a:pt x="428" y="910"/>
                    <a:pt x="856" y="452"/>
                    <a:pt x="1276" y="1"/>
                  </a:cubicBezTo>
                  <a:close/>
                </a:path>
              </a:pathLst>
            </a:custGeom>
            <a:solidFill>
              <a:srgbClr val="5050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63"/>
            <p:cNvSpPr/>
            <p:nvPr/>
          </p:nvSpPr>
          <p:spPr>
            <a:xfrm>
              <a:off x="5667166" y="2185415"/>
              <a:ext cx="89507" cy="103932"/>
            </a:xfrm>
            <a:custGeom>
              <a:avLst/>
              <a:gdLst/>
              <a:ahLst/>
              <a:cxnLst/>
              <a:rect l="l" t="t" r="r" b="b"/>
              <a:pathLst>
                <a:path w="7539" h="8754" extrusionOk="0">
                  <a:moveTo>
                    <a:pt x="5484" y="0"/>
                  </a:moveTo>
                  <a:cubicBezTo>
                    <a:pt x="3696" y="1891"/>
                    <a:pt x="1813" y="3916"/>
                    <a:pt x="0" y="5874"/>
                  </a:cubicBezTo>
                  <a:cubicBezTo>
                    <a:pt x="678" y="6814"/>
                    <a:pt x="1360" y="7771"/>
                    <a:pt x="2044" y="8753"/>
                  </a:cubicBezTo>
                  <a:cubicBezTo>
                    <a:pt x="3417" y="7276"/>
                    <a:pt x="4856" y="5728"/>
                    <a:pt x="6264" y="4208"/>
                  </a:cubicBezTo>
                  <a:cubicBezTo>
                    <a:pt x="6691" y="3752"/>
                    <a:pt x="7119" y="3294"/>
                    <a:pt x="7539" y="2843"/>
                  </a:cubicBezTo>
                  <a:cubicBezTo>
                    <a:pt x="6843" y="1874"/>
                    <a:pt x="6161" y="922"/>
                    <a:pt x="54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63"/>
            <p:cNvSpPr/>
            <p:nvPr/>
          </p:nvSpPr>
          <p:spPr>
            <a:xfrm>
              <a:off x="5774898" y="2159963"/>
              <a:ext cx="36923" cy="39524"/>
            </a:xfrm>
            <a:custGeom>
              <a:avLst/>
              <a:gdLst/>
              <a:ahLst/>
              <a:cxnLst/>
              <a:rect l="l" t="t" r="r" b="b"/>
              <a:pathLst>
                <a:path w="3110" h="3329" extrusionOk="0">
                  <a:moveTo>
                    <a:pt x="3109" y="0"/>
                  </a:moveTo>
                  <a:cubicBezTo>
                    <a:pt x="2195" y="969"/>
                    <a:pt x="1134" y="2103"/>
                    <a:pt x="1" y="3328"/>
                  </a:cubicBezTo>
                  <a:cubicBezTo>
                    <a:pt x="1140" y="2103"/>
                    <a:pt x="2195" y="969"/>
                    <a:pt x="3109" y="0"/>
                  </a:cubicBezTo>
                  <a:close/>
                </a:path>
              </a:pathLst>
            </a:custGeom>
            <a:solidFill>
              <a:srgbClr val="5050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63"/>
            <p:cNvSpPr/>
            <p:nvPr/>
          </p:nvSpPr>
          <p:spPr>
            <a:xfrm>
              <a:off x="5750728" y="2127127"/>
              <a:ext cx="61120" cy="72363"/>
            </a:xfrm>
            <a:custGeom>
              <a:avLst/>
              <a:gdLst/>
              <a:ahLst/>
              <a:cxnLst/>
              <a:rect l="l" t="t" r="r" b="b"/>
              <a:pathLst>
                <a:path w="5148" h="6095" extrusionOk="0">
                  <a:moveTo>
                    <a:pt x="3140" y="1"/>
                  </a:moveTo>
                  <a:cubicBezTo>
                    <a:pt x="2196" y="965"/>
                    <a:pt x="1135" y="2075"/>
                    <a:pt x="1" y="3263"/>
                  </a:cubicBezTo>
                  <a:cubicBezTo>
                    <a:pt x="671" y="4186"/>
                    <a:pt x="1355" y="5130"/>
                    <a:pt x="2037" y="6094"/>
                  </a:cubicBezTo>
                  <a:cubicBezTo>
                    <a:pt x="3171" y="4868"/>
                    <a:pt x="4232" y="3733"/>
                    <a:pt x="5147" y="2764"/>
                  </a:cubicBezTo>
                  <a:cubicBezTo>
                    <a:pt x="4471" y="1819"/>
                    <a:pt x="3799" y="904"/>
                    <a:pt x="3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63"/>
            <p:cNvSpPr/>
            <p:nvPr/>
          </p:nvSpPr>
          <p:spPr>
            <a:xfrm>
              <a:off x="5618007" y="2283745"/>
              <a:ext cx="46730" cy="58733"/>
            </a:xfrm>
            <a:custGeom>
              <a:avLst/>
              <a:gdLst/>
              <a:ahLst/>
              <a:cxnLst/>
              <a:rect l="l" t="t" r="r" b="b"/>
              <a:pathLst>
                <a:path w="3936" h="4947" extrusionOk="0">
                  <a:moveTo>
                    <a:pt x="1928" y="0"/>
                  </a:moveTo>
                  <a:cubicBezTo>
                    <a:pt x="1256" y="732"/>
                    <a:pt x="611" y="1445"/>
                    <a:pt x="0" y="2117"/>
                  </a:cubicBezTo>
                  <a:cubicBezTo>
                    <a:pt x="653" y="3044"/>
                    <a:pt x="1312" y="3989"/>
                    <a:pt x="1971" y="4946"/>
                  </a:cubicBezTo>
                  <a:cubicBezTo>
                    <a:pt x="2574" y="4313"/>
                    <a:pt x="3232" y="3617"/>
                    <a:pt x="3935" y="2867"/>
                  </a:cubicBezTo>
                  <a:cubicBezTo>
                    <a:pt x="3263" y="1897"/>
                    <a:pt x="2593" y="939"/>
                    <a:pt x="19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63"/>
            <p:cNvSpPr/>
            <p:nvPr/>
          </p:nvSpPr>
          <p:spPr>
            <a:xfrm>
              <a:off x="7174666" y="2155298"/>
              <a:ext cx="879" cy="1389"/>
            </a:xfrm>
            <a:custGeom>
              <a:avLst/>
              <a:gdLst/>
              <a:ahLst/>
              <a:cxnLst/>
              <a:rect l="l" t="t" r="r" b="b"/>
              <a:pathLst>
                <a:path w="74" h="117" extrusionOk="0">
                  <a:moveTo>
                    <a:pt x="73" y="116"/>
                  </a:moveTo>
                  <a:lnTo>
                    <a:pt x="73" y="116"/>
                  </a:lnTo>
                  <a:lnTo>
                    <a:pt x="73" y="116"/>
                  </a:lnTo>
                  <a:close/>
                  <a:moveTo>
                    <a:pt x="62" y="93"/>
                  </a:moveTo>
                  <a:lnTo>
                    <a:pt x="62" y="104"/>
                  </a:lnTo>
                  <a:lnTo>
                    <a:pt x="62" y="93"/>
                  </a:lnTo>
                  <a:close/>
                  <a:moveTo>
                    <a:pt x="44" y="74"/>
                  </a:moveTo>
                  <a:cubicBezTo>
                    <a:pt x="50" y="74"/>
                    <a:pt x="50" y="79"/>
                    <a:pt x="50" y="85"/>
                  </a:cubicBezTo>
                  <a:cubicBezTo>
                    <a:pt x="50" y="79"/>
                    <a:pt x="50" y="74"/>
                    <a:pt x="44" y="74"/>
                  </a:cubicBezTo>
                  <a:close/>
                  <a:moveTo>
                    <a:pt x="31" y="43"/>
                  </a:moveTo>
                  <a:lnTo>
                    <a:pt x="31" y="43"/>
                  </a:lnTo>
                  <a:cubicBezTo>
                    <a:pt x="31" y="49"/>
                    <a:pt x="37" y="56"/>
                    <a:pt x="44" y="62"/>
                  </a:cubicBezTo>
                  <a:cubicBezTo>
                    <a:pt x="37" y="56"/>
                    <a:pt x="31" y="49"/>
                    <a:pt x="31" y="43"/>
                  </a:cubicBezTo>
                  <a:lnTo>
                    <a:pt x="31" y="43"/>
                  </a:lnTo>
                  <a:close/>
                  <a:moveTo>
                    <a:pt x="25" y="31"/>
                  </a:moveTo>
                  <a:lnTo>
                    <a:pt x="25" y="37"/>
                  </a:lnTo>
                  <a:lnTo>
                    <a:pt x="25" y="31"/>
                  </a:lnTo>
                  <a:close/>
                  <a:moveTo>
                    <a:pt x="19" y="25"/>
                  </a:moveTo>
                  <a:lnTo>
                    <a:pt x="19" y="25"/>
                  </a:lnTo>
                  <a:lnTo>
                    <a:pt x="19" y="25"/>
                  </a:lnTo>
                  <a:close/>
                  <a:moveTo>
                    <a:pt x="13" y="19"/>
                  </a:moveTo>
                  <a:lnTo>
                    <a:pt x="13" y="19"/>
                  </a:lnTo>
                  <a:lnTo>
                    <a:pt x="13" y="19"/>
                  </a:lnTo>
                  <a:close/>
                  <a:moveTo>
                    <a:pt x="7" y="6"/>
                  </a:moveTo>
                  <a:lnTo>
                    <a:pt x="7" y="6"/>
                  </a:lnTo>
                  <a:lnTo>
                    <a:pt x="7" y="6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5050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63"/>
            <p:cNvSpPr/>
            <p:nvPr/>
          </p:nvSpPr>
          <p:spPr>
            <a:xfrm>
              <a:off x="7150484" y="2137918"/>
              <a:ext cx="61713" cy="84093"/>
            </a:xfrm>
            <a:custGeom>
              <a:avLst/>
              <a:gdLst/>
              <a:ahLst/>
              <a:cxnLst/>
              <a:rect l="l" t="t" r="r" b="b"/>
              <a:pathLst>
                <a:path w="5198" h="7083" extrusionOk="0">
                  <a:moveTo>
                    <a:pt x="1" y="1"/>
                  </a:moveTo>
                  <a:lnTo>
                    <a:pt x="1" y="1"/>
                  </a:lnTo>
                  <a:cubicBezTo>
                    <a:pt x="1678" y="2215"/>
                    <a:pt x="3422" y="4581"/>
                    <a:pt x="5197" y="7082"/>
                  </a:cubicBezTo>
                  <a:cubicBezTo>
                    <a:pt x="4117" y="4977"/>
                    <a:pt x="3056" y="3130"/>
                    <a:pt x="2110" y="1580"/>
                  </a:cubicBezTo>
                  <a:cubicBezTo>
                    <a:pt x="2104" y="1574"/>
                    <a:pt x="2104" y="1568"/>
                    <a:pt x="2099" y="1568"/>
                  </a:cubicBezTo>
                  <a:lnTo>
                    <a:pt x="2099" y="1557"/>
                  </a:lnTo>
                  <a:cubicBezTo>
                    <a:pt x="2093" y="1557"/>
                    <a:pt x="2093" y="1549"/>
                    <a:pt x="2087" y="1549"/>
                  </a:cubicBezTo>
                  <a:cubicBezTo>
                    <a:pt x="2087" y="1543"/>
                    <a:pt x="2087" y="1538"/>
                    <a:pt x="2081" y="1538"/>
                  </a:cubicBezTo>
                  <a:lnTo>
                    <a:pt x="2081" y="1526"/>
                  </a:lnTo>
                  <a:cubicBezTo>
                    <a:pt x="2074" y="1520"/>
                    <a:pt x="2068" y="1513"/>
                    <a:pt x="2068" y="1507"/>
                  </a:cubicBezTo>
                  <a:cubicBezTo>
                    <a:pt x="2062" y="1507"/>
                    <a:pt x="2062" y="1501"/>
                    <a:pt x="2062" y="1501"/>
                  </a:cubicBezTo>
                  <a:lnTo>
                    <a:pt x="2062" y="1495"/>
                  </a:lnTo>
                  <a:cubicBezTo>
                    <a:pt x="2056" y="1495"/>
                    <a:pt x="2056" y="1495"/>
                    <a:pt x="2056" y="1489"/>
                  </a:cubicBezTo>
                  <a:cubicBezTo>
                    <a:pt x="2050" y="1489"/>
                    <a:pt x="2050" y="1483"/>
                    <a:pt x="2050" y="1483"/>
                  </a:cubicBezTo>
                  <a:cubicBezTo>
                    <a:pt x="2044" y="1476"/>
                    <a:pt x="2044" y="1476"/>
                    <a:pt x="2044" y="1470"/>
                  </a:cubicBezTo>
                  <a:lnTo>
                    <a:pt x="2037" y="1464"/>
                  </a:lnTo>
                  <a:cubicBezTo>
                    <a:pt x="1569" y="727"/>
                    <a:pt x="837" y="209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63"/>
            <p:cNvSpPr/>
            <p:nvPr/>
          </p:nvSpPr>
          <p:spPr>
            <a:xfrm>
              <a:off x="7090973" y="2136612"/>
              <a:ext cx="451" cy="12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6" y="1"/>
                  </a:moveTo>
                  <a:lnTo>
                    <a:pt x="6" y="1"/>
                  </a:lnTo>
                  <a:lnTo>
                    <a:pt x="6" y="1"/>
                  </a:lnTo>
                  <a:close/>
                  <a:moveTo>
                    <a:pt x="18" y="1"/>
                  </a:moveTo>
                  <a:lnTo>
                    <a:pt x="12" y="1"/>
                  </a:lnTo>
                  <a:lnTo>
                    <a:pt x="18" y="1"/>
                  </a:lnTo>
                  <a:close/>
                  <a:moveTo>
                    <a:pt x="24" y="1"/>
                  </a:moveTo>
                  <a:lnTo>
                    <a:pt x="18" y="1"/>
                  </a:lnTo>
                  <a:lnTo>
                    <a:pt x="24" y="1"/>
                  </a:lnTo>
                  <a:close/>
                  <a:moveTo>
                    <a:pt x="31" y="1"/>
                  </a:moveTo>
                  <a:lnTo>
                    <a:pt x="24" y="1"/>
                  </a:lnTo>
                  <a:lnTo>
                    <a:pt x="31" y="1"/>
                  </a:lnTo>
                  <a:close/>
                  <a:moveTo>
                    <a:pt x="37" y="1"/>
                  </a:moveTo>
                  <a:lnTo>
                    <a:pt x="37" y="1"/>
                  </a:lnTo>
                  <a:lnTo>
                    <a:pt x="31" y="1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5050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63"/>
            <p:cNvSpPr/>
            <p:nvPr/>
          </p:nvSpPr>
          <p:spPr>
            <a:xfrm>
              <a:off x="7071564" y="2136612"/>
              <a:ext cx="189366" cy="235859"/>
            </a:xfrm>
            <a:custGeom>
              <a:avLst/>
              <a:gdLst/>
              <a:ahLst/>
              <a:cxnLst/>
              <a:rect l="l" t="t" r="r" b="b"/>
              <a:pathLst>
                <a:path w="15950" h="19866" extrusionOk="0">
                  <a:moveTo>
                    <a:pt x="1636" y="1"/>
                  </a:moveTo>
                  <a:cubicBezTo>
                    <a:pt x="867" y="26"/>
                    <a:pt x="245" y="525"/>
                    <a:pt x="1" y="1184"/>
                  </a:cubicBezTo>
                  <a:cubicBezTo>
                    <a:pt x="4074" y="6515"/>
                    <a:pt x="8552" y="12760"/>
                    <a:pt x="13053" y="19725"/>
                  </a:cubicBezTo>
                  <a:cubicBezTo>
                    <a:pt x="13394" y="19767"/>
                    <a:pt x="13748" y="19810"/>
                    <a:pt x="14126" y="19854"/>
                  </a:cubicBezTo>
                  <a:cubicBezTo>
                    <a:pt x="14205" y="19865"/>
                    <a:pt x="14284" y="19865"/>
                    <a:pt x="14364" y="19865"/>
                  </a:cubicBezTo>
                  <a:cubicBezTo>
                    <a:pt x="15029" y="19865"/>
                    <a:pt x="15601" y="19536"/>
                    <a:pt x="15950" y="19041"/>
                  </a:cubicBezTo>
                  <a:cubicBezTo>
                    <a:pt x="11356" y="11888"/>
                    <a:pt x="6770" y="5472"/>
                    <a:pt x="25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Energy Saving Electric Vehicle Pitch Deck by Slidesgo">
  <a:themeElements>
    <a:clrScheme name="Simple Light">
      <a:dk1>
        <a:srgbClr val="191919"/>
      </a:dk1>
      <a:lt1>
        <a:srgbClr val="FFFFFF"/>
      </a:lt1>
      <a:dk2>
        <a:srgbClr val="EFEFEF"/>
      </a:dk2>
      <a:lt2>
        <a:srgbClr val="7B7B7B"/>
      </a:lt2>
      <a:accent1>
        <a:srgbClr val="7BD159"/>
      </a:accent1>
      <a:accent2>
        <a:srgbClr val="63AC47"/>
      </a:accent2>
      <a:accent3>
        <a:srgbClr val="4F8B37"/>
      </a:accent3>
      <a:accent4>
        <a:srgbClr val="F8E67C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731</TotalTime>
  <Words>1166</Words>
  <Application>Microsoft Office PowerPoint</Application>
  <PresentationFormat>Affichage à l'écran (16:9)</PresentationFormat>
  <Paragraphs>194</Paragraphs>
  <Slides>29</Slides>
  <Notes>29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7" baseType="lpstr">
      <vt:lpstr>Wingdings</vt:lpstr>
      <vt:lpstr>DeepSeek-CJK-patch</vt:lpstr>
      <vt:lpstr>Arial</vt:lpstr>
      <vt:lpstr>Barlow</vt:lpstr>
      <vt:lpstr>Times New Roman</vt:lpstr>
      <vt:lpstr>Righteous</vt:lpstr>
      <vt:lpstr>Jura</vt:lpstr>
      <vt:lpstr>Energy Saving Electric Vehicle Pitch Deck by Slidesgo</vt:lpstr>
      <vt:lpstr>Planification de la Recharge des Véhicules Électriques par algorithmes génétiques</vt:lpstr>
      <vt:lpstr>Introduction</vt:lpstr>
      <vt:lpstr>solution   NSGA-II</vt:lpstr>
      <vt:lpstr>01. Objectifs et modèle mathématique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 02. Méthodologie  </vt:lpstr>
      <vt:lpstr>Présentation PowerPoint</vt:lpstr>
      <vt:lpstr>Présentation PowerPoint</vt:lpstr>
      <vt:lpstr> 03. Données et paramètres  </vt:lpstr>
      <vt:lpstr>Présentation PowerPoint</vt:lpstr>
      <vt:lpstr> 04. solution   NSGA-II </vt:lpstr>
      <vt:lpstr>Présentation PowerPoint</vt:lpstr>
      <vt:lpstr>Présentation PowerPoint</vt:lpstr>
      <vt:lpstr>  05. Résultats obtenus  </vt:lpstr>
      <vt:lpstr>Présentation PowerPoint</vt:lpstr>
      <vt:lpstr> 06. Interface utilisateur (Streamlit) </vt:lpstr>
      <vt:lpstr>Présentation PowerPoint</vt:lpstr>
      <vt:lpstr>Présentation PowerPoint</vt:lpstr>
      <vt:lpstr>Présentation PowerPoint</vt:lpstr>
      <vt:lpstr>Présentation PowerPoint</vt:lpstr>
      <vt:lpstr>Merci pour votre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Planification de la Recharge des Véhicules Électriques par algorithmes génétiques</dc:title>
  <dc:creator>amina ismaili</dc:creator>
  <cp:lastModifiedBy>Souleymane TRAORE</cp:lastModifiedBy>
  <cp:revision>27</cp:revision>
  <dcterms:modified xsi:type="dcterms:W3CDTF">2025-04-21T17:32:28Z</dcterms:modified>
</cp:coreProperties>
</file>